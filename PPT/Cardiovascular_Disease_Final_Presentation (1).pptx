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4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06FF99-C406-4276-8528-FB4ED1074AE3}" type="doc">
      <dgm:prSet loTypeId="urn:microsoft.com/office/officeart/2018/2/layout/IconLabelList" loCatId="icon" qsTypeId="urn:microsoft.com/office/officeart/2005/8/quickstyle/simple1#8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6FA12404-763C-4DF6-AB76-199345F69504}">
      <dgm:prSet/>
      <dgm:spPr/>
      <dgm:t>
        <a:bodyPr/>
        <a:lstStyle/>
        <a:p>
          <a:r>
            <a:rPr lang="en-US"/>
            <a:t>Machine-learning classification project</a:t>
          </a:r>
        </a:p>
      </dgm:t>
    </dgm:pt>
    <dgm:pt modelId="{8E9065D9-1A9E-4658-B77D-D21C3F380B3B}" type="parTrans" cxnId="{DF3B7609-1C44-45CA-A586-FA51C0C8313B}">
      <dgm:prSet/>
      <dgm:spPr/>
      <dgm:t>
        <a:bodyPr/>
        <a:lstStyle/>
        <a:p>
          <a:endParaRPr lang="en-US"/>
        </a:p>
      </dgm:t>
    </dgm:pt>
    <dgm:pt modelId="{A457C4E3-EFFC-4E2C-9722-5DBEA8150317}" type="sibTrans" cxnId="{DF3B7609-1C44-45CA-A586-FA51C0C8313B}">
      <dgm:prSet/>
      <dgm:spPr/>
      <dgm:t>
        <a:bodyPr/>
        <a:lstStyle/>
        <a:p>
          <a:endParaRPr lang="en-US"/>
        </a:p>
      </dgm:t>
    </dgm:pt>
    <dgm:pt modelId="{EB0EB1D7-B022-4CCC-88F5-B7DCCA372C0A}">
      <dgm:prSet/>
      <dgm:spPr/>
      <dgm:t>
        <a:bodyPr/>
        <a:lstStyle/>
        <a:p>
          <a:r>
            <a:rPr lang="en-US"/>
            <a:t>Final selected model: Decision Tree</a:t>
          </a:r>
        </a:p>
      </dgm:t>
    </dgm:pt>
    <dgm:pt modelId="{3805EE01-1DB0-4A1A-B5C7-3C206345A145}" type="parTrans" cxnId="{C4095FD2-52B5-4CA4-A035-A028BDA98395}">
      <dgm:prSet/>
      <dgm:spPr/>
      <dgm:t>
        <a:bodyPr/>
        <a:lstStyle/>
        <a:p>
          <a:endParaRPr lang="en-US"/>
        </a:p>
      </dgm:t>
    </dgm:pt>
    <dgm:pt modelId="{327FDC9B-16B6-42BA-8BDE-B4B0E7D98228}" type="sibTrans" cxnId="{C4095FD2-52B5-4CA4-A035-A028BDA98395}">
      <dgm:prSet/>
      <dgm:spPr/>
      <dgm:t>
        <a:bodyPr/>
        <a:lstStyle/>
        <a:p>
          <a:endParaRPr lang="en-US"/>
        </a:p>
      </dgm:t>
    </dgm:pt>
    <dgm:pt modelId="{1FB2E1DE-3308-470D-8861-68A1A503A353}">
      <dgm:prSet/>
      <dgm:spPr/>
      <dgm:t>
        <a:bodyPr/>
        <a:lstStyle/>
        <a:p>
          <a:r>
            <a:rPr lang="en-US"/>
            <a:t>Final accuracy: 72.78%</a:t>
          </a:r>
        </a:p>
      </dgm:t>
    </dgm:pt>
    <dgm:pt modelId="{AED48504-E3EB-4A60-A977-592A74AB66C2}" type="parTrans" cxnId="{EB2CAC18-8650-4143-AFB0-6C7FFD79B534}">
      <dgm:prSet/>
      <dgm:spPr/>
      <dgm:t>
        <a:bodyPr/>
        <a:lstStyle/>
        <a:p>
          <a:endParaRPr lang="en-US"/>
        </a:p>
      </dgm:t>
    </dgm:pt>
    <dgm:pt modelId="{9CDEB1C5-C7E5-4F7E-A23C-2023A378C138}" type="sibTrans" cxnId="{EB2CAC18-8650-4143-AFB0-6C7FFD79B534}">
      <dgm:prSet/>
      <dgm:spPr/>
      <dgm:t>
        <a:bodyPr/>
        <a:lstStyle/>
        <a:p>
          <a:endParaRPr lang="en-US"/>
        </a:p>
      </dgm:t>
    </dgm:pt>
    <dgm:pt modelId="{9CDF55A7-969E-418F-B70D-FB18134DD439}" type="pres">
      <dgm:prSet presAssocID="{C006FF99-C406-4276-8528-FB4ED1074AE3}" presName="root" presStyleCnt="0">
        <dgm:presLayoutVars>
          <dgm:dir/>
          <dgm:resizeHandles val="exact"/>
        </dgm:presLayoutVars>
      </dgm:prSet>
      <dgm:spPr/>
    </dgm:pt>
    <dgm:pt modelId="{5460BAA5-3B2F-4A77-9B42-7DE207385ADA}" type="pres">
      <dgm:prSet presAssocID="{6FA12404-763C-4DF6-AB76-199345F69504}" presName="compNode" presStyleCnt="0"/>
      <dgm:spPr/>
    </dgm:pt>
    <dgm:pt modelId="{DBE6CD38-0C7D-4223-85A0-8E053F55B28D}" type="pres">
      <dgm:prSet presAssocID="{6FA12404-763C-4DF6-AB76-199345F6950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E2EDC8A-67F3-4B4C-A377-F1CB74FB6937}" type="pres">
      <dgm:prSet presAssocID="{6FA12404-763C-4DF6-AB76-199345F69504}" presName="spaceRect" presStyleCnt="0"/>
      <dgm:spPr/>
    </dgm:pt>
    <dgm:pt modelId="{FFE693F4-24B2-4A44-8B1A-A29165E4D3A8}" type="pres">
      <dgm:prSet presAssocID="{6FA12404-763C-4DF6-AB76-199345F69504}" presName="textRect" presStyleLbl="revTx" presStyleIdx="0" presStyleCnt="3">
        <dgm:presLayoutVars>
          <dgm:chMax val="1"/>
          <dgm:chPref val="1"/>
        </dgm:presLayoutVars>
      </dgm:prSet>
      <dgm:spPr/>
    </dgm:pt>
    <dgm:pt modelId="{90487A96-E35A-466A-BAD5-379C4941FECE}" type="pres">
      <dgm:prSet presAssocID="{A457C4E3-EFFC-4E2C-9722-5DBEA8150317}" presName="sibTrans" presStyleCnt="0"/>
      <dgm:spPr/>
    </dgm:pt>
    <dgm:pt modelId="{985D3C06-D4B7-441A-863A-FE331C6CE638}" type="pres">
      <dgm:prSet presAssocID="{EB0EB1D7-B022-4CCC-88F5-B7DCCA372C0A}" presName="compNode" presStyleCnt="0"/>
      <dgm:spPr/>
    </dgm:pt>
    <dgm:pt modelId="{C61CE48F-5B44-491D-AB57-459FD718D912}" type="pres">
      <dgm:prSet presAssocID="{EB0EB1D7-B022-4CCC-88F5-B7DCCA372C0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27B0A400-342C-4928-884E-F96B0F140A71}" type="pres">
      <dgm:prSet presAssocID="{EB0EB1D7-B022-4CCC-88F5-B7DCCA372C0A}" presName="spaceRect" presStyleCnt="0"/>
      <dgm:spPr/>
    </dgm:pt>
    <dgm:pt modelId="{685E6CB6-AA53-4025-BD29-C619BF1133B4}" type="pres">
      <dgm:prSet presAssocID="{EB0EB1D7-B022-4CCC-88F5-B7DCCA372C0A}" presName="textRect" presStyleLbl="revTx" presStyleIdx="1" presStyleCnt="3">
        <dgm:presLayoutVars>
          <dgm:chMax val="1"/>
          <dgm:chPref val="1"/>
        </dgm:presLayoutVars>
      </dgm:prSet>
      <dgm:spPr/>
    </dgm:pt>
    <dgm:pt modelId="{469C9594-1FC1-4A5E-94D4-7776FAB2E03B}" type="pres">
      <dgm:prSet presAssocID="{327FDC9B-16B6-42BA-8BDE-B4B0E7D98228}" presName="sibTrans" presStyleCnt="0"/>
      <dgm:spPr/>
    </dgm:pt>
    <dgm:pt modelId="{482DB599-B3A6-4D53-A936-A4B64A719D30}" type="pres">
      <dgm:prSet presAssocID="{1FB2E1DE-3308-470D-8861-68A1A503A353}" presName="compNode" presStyleCnt="0"/>
      <dgm:spPr/>
    </dgm:pt>
    <dgm:pt modelId="{DABF528E-2843-45E8-B1DD-0CB7FA70DE3F}" type="pres">
      <dgm:prSet presAssocID="{1FB2E1DE-3308-470D-8861-68A1A503A35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43136BC-F6DE-4EB8-8F6C-D32C5A9AC964}" type="pres">
      <dgm:prSet presAssocID="{1FB2E1DE-3308-470D-8861-68A1A503A353}" presName="spaceRect" presStyleCnt="0"/>
      <dgm:spPr/>
    </dgm:pt>
    <dgm:pt modelId="{F937259F-F1F1-4074-8BDB-630758BBF8C4}" type="pres">
      <dgm:prSet presAssocID="{1FB2E1DE-3308-470D-8861-68A1A503A35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F3B7609-1C44-45CA-A586-FA51C0C8313B}" srcId="{C006FF99-C406-4276-8528-FB4ED1074AE3}" destId="{6FA12404-763C-4DF6-AB76-199345F69504}" srcOrd="0" destOrd="0" parTransId="{8E9065D9-1A9E-4658-B77D-D21C3F380B3B}" sibTransId="{A457C4E3-EFFC-4E2C-9722-5DBEA8150317}"/>
    <dgm:cxn modelId="{EB2CAC18-8650-4143-AFB0-6C7FFD79B534}" srcId="{C006FF99-C406-4276-8528-FB4ED1074AE3}" destId="{1FB2E1DE-3308-470D-8861-68A1A503A353}" srcOrd="2" destOrd="0" parTransId="{AED48504-E3EB-4A60-A977-592A74AB66C2}" sibTransId="{9CDEB1C5-C7E5-4F7E-A23C-2023A378C138}"/>
    <dgm:cxn modelId="{6FB63727-A6F1-474D-9931-13CD089D5457}" type="presOf" srcId="{EB0EB1D7-B022-4CCC-88F5-B7DCCA372C0A}" destId="{685E6CB6-AA53-4025-BD29-C619BF1133B4}" srcOrd="0" destOrd="0" presId="urn:microsoft.com/office/officeart/2018/2/layout/IconLabelList"/>
    <dgm:cxn modelId="{4113C52A-7898-4F04-AF9A-2B522C375E03}" type="presOf" srcId="{1FB2E1DE-3308-470D-8861-68A1A503A353}" destId="{F937259F-F1F1-4074-8BDB-630758BBF8C4}" srcOrd="0" destOrd="0" presId="urn:microsoft.com/office/officeart/2018/2/layout/IconLabelList"/>
    <dgm:cxn modelId="{E65E736B-3854-4CA9-826F-4CDC75E62D7A}" type="presOf" srcId="{C006FF99-C406-4276-8528-FB4ED1074AE3}" destId="{9CDF55A7-969E-418F-B70D-FB18134DD439}" srcOrd="0" destOrd="0" presId="urn:microsoft.com/office/officeart/2018/2/layout/IconLabelList"/>
    <dgm:cxn modelId="{56028B75-E6DD-4409-9A42-8A3C70449234}" type="presOf" srcId="{6FA12404-763C-4DF6-AB76-199345F69504}" destId="{FFE693F4-24B2-4A44-8B1A-A29165E4D3A8}" srcOrd="0" destOrd="0" presId="urn:microsoft.com/office/officeart/2018/2/layout/IconLabelList"/>
    <dgm:cxn modelId="{C4095FD2-52B5-4CA4-A035-A028BDA98395}" srcId="{C006FF99-C406-4276-8528-FB4ED1074AE3}" destId="{EB0EB1D7-B022-4CCC-88F5-B7DCCA372C0A}" srcOrd="1" destOrd="0" parTransId="{3805EE01-1DB0-4A1A-B5C7-3C206345A145}" sibTransId="{327FDC9B-16B6-42BA-8BDE-B4B0E7D98228}"/>
    <dgm:cxn modelId="{5950E9B8-48FB-4554-B328-6536A21E6489}" type="presParOf" srcId="{9CDF55A7-969E-418F-B70D-FB18134DD439}" destId="{5460BAA5-3B2F-4A77-9B42-7DE207385ADA}" srcOrd="0" destOrd="0" presId="urn:microsoft.com/office/officeart/2018/2/layout/IconLabelList"/>
    <dgm:cxn modelId="{D8879D18-91D4-4457-BCA4-0086DAC28ED6}" type="presParOf" srcId="{5460BAA5-3B2F-4A77-9B42-7DE207385ADA}" destId="{DBE6CD38-0C7D-4223-85A0-8E053F55B28D}" srcOrd="0" destOrd="0" presId="urn:microsoft.com/office/officeart/2018/2/layout/IconLabelList"/>
    <dgm:cxn modelId="{75C2870D-E7C3-4AC3-88A9-C4D2D7EF69F9}" type="presParOf" srcId="{5460BAA5-3B2F-4A77-9B42-7DE207385ADA}" destId="{CE2EDC8A-67F3-4B4C-A377-F1CB74FB6937}" srcOrd="1" destOrd="0" presId="urn:microsoft.com/office/officeart/2018/2/layout/IconLabelList"/>
    <dgm:cxn modelId="{E1BF672B-029D-47D8-97C4-92E1E2D2A25A}" type="presParOf" srcId="{5460BAA5-3B2F-4A77-9B42-7DE207385ADA}" destId="{FFE693F4-24B2-4A44-8B1A-A29165E4D3A8}" srcOrd="2" destOrd="0" presId="urn:microsoft.com/office/officeart/2018/2/layout/IconLabelList"/>
    <dgm:cxn modelId="{7EA91626-FB1B-490A-A0E8-819AD2E26D02}" type="presParOf" srcId="{9CDF55A7-969E-418F-B70D-FB18134DD439}" destId="{90487A96-E35A-466A-BAD5-379C4941FECE}" srcOrd="1" destOrd="0" presId="urn:microsoft.com/office/officeart/2018/2/layout/IconLabelList"/>
    <dgm:cxn modelId="{349F80FE-A935-4048-BA3C-9580CC0B17D7}" type="presParOf" srcId="{9CDF55A7-969E-418F-B70D-FB18134DD439}" destId="{985D3C06-D4B7-441A-863A-FE331C6CE638}" srcOrd="2" destOrd="0" presId="urn:microsoft.com/office/officeart/2018/2/layout/IconLabelList"/>
    <dgm:cxn modelId="{508A1E60-A5F3-4ECB-8B04-B2F4FA5F52FB}" type="presParOf" srcId="{985D3C06-D4B7-441A-863A-FE331C6CE638}" destId="{C61CE48F-5B44-491D-AB57-459FD718D912}" srcOrd="0" destOrd="0" presId="urn:microsoft.com/office/officeart/2018/2/layout/IconLabelList"/>
    <dgm:cxn modelId="{7128225D-105E-4EA4-B3EA-AF3BECBE6850}" type="presParOf" srcId="{985D3C06-D4B7-441A-863A-FE331C6CE638}" destId="{27B0A400-342C-4928-884E-F96B0F140A71}" srcOrd="1" destOrd="0" presId="urn:microsoft.com/office/officeart/2018/2/layout/IconLabelList"/>
    <dgm:cxn modelId="{CA4698A6-11BF-4BE4-AA44-EE12B9A3A162}" type="presParOf" srcId="{985D3C06-D4B7-441A-863A-FE331C6CE638}" destId="{685E6CB6-AA53-4025-BD29-C619BF1133B4}" srcOrd="2" destOrd="0" presId="urn:microsoft.com/office/officeart/2018/2/layout/IconLabelList"/>
    <dgm:cxn modelId="{7B20BBF2-CE31-48FA-A8D9-AD516883758A}" type="presParOf" srcId="{9CDF55A7-969E-418F-B70D-FB18134DD439}" destId="{469C9594-1FC1-4A5E-94D4-7776FAB2E03B}" srcOrd="3" destOrd="0" presId="urn:microsoft.com/office/officeart/2018/2/layout/IconLabelList"/>
    <dgm:cxn modelId="{30AF95A8-AFF7-4C89-BE05-B03848CC684E}" type="presParOf" srcId="{9CDF55A7-969E-418F-B70D-FB18134DD439}" destId="{482DB599-B3A6-4D53-A936-A4B64A719D30}" srcOrd="4" destOrd="0" presId="urn:microsoft.com/office/officeart/2018/2/layout/IconLabelList"/>
    <dgm:cxn modelId="{6A261663-1C62-4B42-BECE-6733A626930F}" type="presParOf" srcId="{482DB599-B3A6-4D53-A936-A4B64A719D30}" destId="{DABF528E-2843-45E8-B1DD-0CB7FA70DE3F}" srcOrd="0" destOrd="0" presId="urn:microsoft.com/office/officeart/2018/2/layout/IconLabelList"/>
    <dgm:cxn modelId="{02CBAFC9-64D6-443C-950F-BFED848266BB}" type="presParOf" srcId="{482DB599-B3A6-4D53-A936-A4B64A719D30}" destId="{643136BC-F6DE-4EB8-8F6C-D32C5A9AC964}" srcOrd="1" destOrd="0" presId="urn:microsoft.com/office/officeart/2018/2/layout/IconLabelList"/>
    <dgm:cxn modelId="{F49D2053-8454-4469-9D32-BD90E7DE752E}" type="presParOf" srcId="{482DB599-B3A6-4D53-A936-A4B64A719D30}" destId="{F937259F-F1F1-4074-8BDB-630758BBF8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C9F57E-BB82-44BE-918E-F321C238CACF}" type="doc">
      <dgm:prSet loTypeId="urn:microsoft.com/office/officeart/2008/layout/LinedList" loCatId="list" qsTypeId="urn:microsoft.com/office/officeart/2005/8/quickstyle/simple4#2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B528A986-6D73-48AB-A46B-4E8575719D8E}">
      <dgm:prSet/>
      <dgm:spPr/>
      <dgm:t>
        <a:bodyPr/>
        <a:lstStyle/>
        <a:p>
          <a:r>
            <a:rPr lang="en-US"/>
            <a:t>1. Dataset loading and data analysis</a:t>
          </a:r>
        </a:p>
      </dgm:t>
    </dgm:pt>
    <dgm:pt modelId="{3716D9A8-681F-40CA-A067-A29674BFA1B6}" type="parTrans" cxnId="{601CC079-FB56-461A-A876-E2497724B3A3}">
      <dgm:prSet/>
      <dgm:spPr/>
      <dgm:t>
        <a:bodyPr/>
        <a:lstStyle/>
        <a:p>
          <a:endParaRPr lang="en-US"/>
        </a:p>
      </dgm:t>
    </dgm:pt>
    <dgm:pt modelId="{00073844-8F68-4FD1-8548-03A2364E1BC4}" type="sibTrans" cxnId="{601CC079-FB56-461A-A876-E2497724B3A3}">
      <dgm:prSet/>
      <dgm:spPr/>
      <dgm:t>
        <a:bodyPr/>
        <a:lstStyle/>
        <a:p>
          <a:endParaRPr lang="en-US"/>
        </a:p>
      </dgm:t>
    </dgm:pt>
    <dgm:pt modelId="{BBF57E49-D069-4EEA-82E9-EC27E0F3C529}">
      <dgm:prSet/>
      <dgm:spPr/>
      <dgm:t>
        <a:bodyPr/>
        <a:lstStyle/>
        <a:p>
          <a:r>
            <a:rPr lang="en-US"/>
            <a:t>2. Data preprocessing and blood-pressure cleaning</a:t>
          </a:r>
        </a:p>
      </dgm:t>
    </dgm:pt>
    <dgm:pt modelId="{BFC34C98-6E0E-49AB-9D9F-DF0649CFA281}" type="parTrans" cxnId="{4BC9B78C-838F-44D3-B6A4-98969A65012F}">
      <dgm:prSet/>
      <dgm:spPr/>
      <dgm:t>
        <a:bodyPr/>
        <a:lstStyle/>
        <a:p>
          <a:endParaRPr lang="en-US"/>
        </a:p>
      </dgm:t>
    </dgm:pt>
    <dgm:pt modelId="{DA2C430E-987E-4AE4-9361-D567A028FDFB}" type="sibTrans" cxnId="{4BC9B78C-838F-44D3-B6A4-98969A65012F}">
      <dgm:prSet/>
      <dgm:spPr/>
      <dgm:t>
        <a:bodyPr/>
        <a:lstStyle/>
        <a:p>
          <a:endParaRPr lang="en-US"/>
        </a:p>
      </dgm:t>
    </dgm:pt>
    <dgm:pt modelId="{28AAC16E-F86C-4EFC-80A0-BEDAB1C00BC0}">
      <dgm:prSet/>
      <dgm:spPr/>
      <dgm:t>
        <a:bodyPr/>
        <a:lstStyle/>
        <a:p>
          <a:r>
            <a:rPr lang="en-US"/>
            <a:t>3. Exploratory data visualization</a:t>
          </a:r>
        </a:p>
      </dgm:t>
    </dgm:pt>
    <dgm:pt modelId="{D2E064B7-8EF6-46CE-A829-2DBF8A2F480D}" type="parTrans" cxnId="{4348B5C2-B76C-430F-AA7C-300344EA0500}">
      <dgm:prSet/>
      <dgm:spPr/>
      <dgm:t>
        <a:bodyPr/>
        <a:lstStyle/>
        <a:p>
          <a:endParaRPr lang="en-US"/>
        </a:p>
      </dgm:t>
    </dgm:pt>
    <dgm:pt modelId="{31DD1C2B-E2DB-4C85-862D-606C347DFB18}" type="sibTrans" cxnId="{4348B5C2-B76C-430F-AA7C-300344EA0500}">
      <dgm:prSet/>
      <dgm:spPr/>
      <dgm:t>
        <a:bodyPr/>
        <a:lstStyle/>
        <a:p>
          <a:endParaRPr lang="en-US"/>
        </a:p>
      </dgm:t>
    </dgm:pt>
    <dgm:pt modelId="{7FB4632D-EC8C-449C-AAAE-BFED96E7FC3B}">
      <dgm:prSet/>
      <dgm:spPr/>
      <dgm:t>
        <a:bodyPr/>
        <a:lstStyle/>
        <a:p>
          <a:r>
            <a:rPr lang="en-US"/>
            <a:t>4. Model training and comparison</a:t>
          </a:r>
        </a:p>
      </dgm:t>
    </dgm:pt>
    <dgm:pt modelId="{5CA7191B-0A07-4B9A-BC29-21990DEF977C}" type="parTrans" cxnId="{F21D8594-2D80-4E30-939A-BFD97348EA8A}">
      <dgm:prSet/>
      <dgm:spPr/>
      <dgm:t>
        <a:bodyPr/>
        <a:lstStyle/>
        <a:p>
          <a:endParaRPr lang="en-US"/>
        </a:p>
      </dgm:t>
    </dgm:pt>
    <dgm:pt modelId="{5C460EE8-863C-4499-BE72-BEC310133E33}" type="sibTrans" cxnId="{F21D8594-2D80-4E30-939A-BFD97348EA8A}">
      <dgm:prSet/>
      <dgm:spPr/>
      <dgm:t>
        <a:bodyPr/>
        <a:lstStyle/>
        <a:p>
          <a:endParaRPr lang="en-US"/>
        </a:p>
      </dgm:t>
    </dgm:pt>
    <dgm:pt modelId="{B62798E9-4BD2-4EF2-8393-3F52C9714D3A}">
      <dgm:prSet/>
      <dgm:spPr/>
      <dgm:t>
        <a:bodyPr/>
        <a:lstStyle/>
        <a:p>
          <a:r>
            <a:rPr lang="en-US"/>
            <a:t>5. Decision Tree hyperparameter tuning</a:t>
          </a:r>
        </a:p>
      </dgm:t>
    </dgm:pt>
    <dgm:pt modelId="{F66329A5-3814-4BBA-9A16-2B35D58B5FC4}" type="parTrans" cxnId="{F5CDEB45-2E6D-44E1-BE82-513630FB6C77}">
      <dgm:prSet/>
      <dgm:spPr/>
      <dgm:t>
        <a:bodyPr/>
        <a:lstStyle/>
        <a:p>
          <a:endParaRPr lang="en-US"/>
        </a:p>
      </dgm:t>
    </dgm:pt>
    <dgm:pt modelId="{256B72D3-85B8-4D7C-8246-59B458AD3A87}" type="sibTrans" cxnId="{F5CDEB45-2E6D-44E1-BE82-513630FB6C77}">
      <dgm:prSet/>
      <dgm:spPr/>
      <dgm:t>
        <a:bodyPr/>
        <a:lstStyle/>
        <a:p>
          <a:endParaRPr lang="en-US"/>
        </a:p>
      </dgm:t>
    </dgm:pt>
    <dgm:pt modelId="{392E9F32-E25C-48F4-AB88-4E86ADC3680A}">
      <dgm:prSet/>
      <dgm:spPr/>
      <dgm:t>
        <a:bodyPr/>
        <a:lstStyle/>
        <a:p>
          <a:r>
            <a:rPr lang="en-US"/>
            <a:t>6. Final model evaluation and confusion matrix</a:t>
          </a:r>
        </a:p>
      </dgm:t>
    </dgm:pt>
    <dgm:pt modelId="{5729A102-0FD4-441E-B36E-FD34ECE1F054}" type="parTrans" cxnId="{2B071A7B-6891-421F-B421-47F638297F89}">
      <dgm:prSet/>
      <dgm:spPr/>
      <dgm:t>
        <a:bodyPr/>
        <a:lstStyle/>
        <a:p>
          <a:endParaRPr lang="en-US"/>
        </a:p>
      </dgm:t>
    </dgm:pt>
    <dgm:pt modelId="{578A54FA-F8F2-4133-82CE-C149BC9EDE6F}" type="sibTrans" cxnId="{2B071A7B-6891-421F-B421-47F638297F89}">
      <dgm:prSet/>
      <dgm:spPr/>
      <dgm:t>
        <a:bodyPr/>
        <a:lstStyle/>
        <a:p>
          <a:endParaRPr lang="en-US"/>
        </a:p>
      </dgm:t>
    </dgm:pt>
    <dgm:pt modelId="{5AD59BB4-A516-4637-8B43-4D909A28F42A}" type="pres">
      <dgm:prSet presAssocID="{11C9F57E-BB82-44BE-918E-F321C238CACF}" presName="vert0" presStyleCnt="0">
        <dgm:presLayoutVars>
          <dgm:dir/>
          <dgm:animOne val="branch"/>
          <dgm:animLvl val="lvl"/>
        </dgm:presLayoutVars>
      </dgm:prSet>
      <dgm:spPr/>
    </dgm:pt>
    <dgm:pt modelId="{231A84B4-6AC6-4542-932B-8E0558663247}" type="pres">
      <dgm:prSet presAssocID="{B528A986-6D73-48AB-A46B-4E8575719D8E}" presName="thickLine" presStyleLbl="alignNode1" presStyleIdx="0" presStyleCnt="6"/>
      <dgm:spPr/>
    </dgm:pt>
    <dgm:pt modelId="{130EA043-B271-4060-B04D-C9B7984A2435}" type="pres">
      <dgm:prSet presAssocID="{B528A986-6D73-48AB-A46B-4E8575719D8E}" presName="horz1" presStyleCnt="0"/>
      <dgm:spPr/>
    </dgm:pt>
    <dgm:pt modelId="{72A9ABF5-BE66-4060-812C-F4F0107CDB83}" type="pres">
      <dgm:prSet presAssocID="{B528A986-6D73-48AB-A46B-4E8575719D8E}" presName="tx1" presStyleLbl="revTx" presStyleIdx="0" presStyleCnt="6"/>
      <dgm:spPr/>
    </dgm:pt>
    <dgm:pt modelId="{3E8E9C30-421C-4604-BE19-54A765C5B2A2}" type="pres">
      <dgm:prSet presAssocID="{B528A986-6D73-48AB-A46B-4E8575719D8E}" presName="vert1" presStyleCnt="0"/>
      <dgm:spPr/>
    </dgm:pt>
    <dgm:pt modelId="{D6164556-6C19-4D5C-8B53-A4BFE83887B5}" type="pres">
      <dgm:prSet presAssocID="{BBF57E49-D069-4EEA-82E9-EC27E0F3C529}" presName="thickLine" presStyleLbl="alignNode1" presStyleIdx="1" presStyleCnt="6"/>
      <dgm:spPr/>
    </dgm:pt>
    <dgm:pt modelId="{C7183778-4937-4A92-BE35-170E64EA9213}" type="pres">
      <dgm:prSet presAssocID="{BBF57E49-D069-4EEA-82E9-EC27E0F3C529}" presName="horz1" presStyleCnt="0"/>
      <dgm:spPr/>
    </dgm:pt>
    <dgm:pt modelId="{40257B87-FC74-40FD-A45D-6E5F775AD513}" type="pres">
      <dgm:prSet presAssocID="{BBF57E49-D069-4EEA-82E9-EC27E0F3C529}" presName="tx1" presStyleLbl="revTx" presStyleIdx="1" presStyleCnt="6"/>
      <dgm:spPr/>
    </dgm:pt>
    <dgm:pt modelId="{D83133F5-F211-4851-BECC-5AE0665611BE}" type="pres">
      <dgm:prSet presAssocID="{BBF57E49-D069-4EEA-82E9-EC27E0F3C529}" presName="vert1" presStyleCnt="0"/>
      <dgm:spPr/>
    </dgm:pt>
    <dgm:pt modelId="{5A346784-25A7-48A5-B7D4-71B07F4190CC}" type="pres">
      <dgm:prSet presAssocID="{28AAC16E-F86C-4EFC-80A0-BEDAB1C00BC0}" presName="thickLine" presStyleLbl="alignNode1" presStyleIdx="2" presStyleCnt="6"/>
      <dgm:spPr/>
    </dgm:pt>
    <dgm:pt modelId="{8F7D5B47-38C7-4B07-BE8C-8331E79D4DB0}" type="pres">
      <dgm:prSet presAssocID="{28AAC16E-F86C-4EFC-80A0-BEDAB1C00BC0}" presName="horz1" presStyleCnt="0"/>
      <dgm:spPr/>
    </dgm:pt>
    <dgm:pt modelId="{FB39244E-0F43-41D2-A6AC-A883F781AD9D}" type="pres">
      <dgm:prSet presAssocID="{28AAC16E-F86C-4EFC-80A0-BEDAB1C00BC0}" presName="tx1" presStyleLbl="revTx" presStyleIdx="2" presStyleCnt="6"/>
      <dgm:spPr/>
    </dgm:pt>
    <dgm:pt modelId="{BAEF5575-6FEE-4A76-A804-84DA1202EEDC}" type="pres">
      <dgm:prSet presAssocID="{28AAC16E-F86C-4EFC-80A0-BEDAB1C00BC0}" presName="vert1" presStyleCnt="0"/>
      <dgm:spPr/>
    </dgm:pt>
    <dgm:pt modelId="{9432BC84-1306-4B1F-820A-E118E61BADE7}" type="pres">
      <dgm:prSet presAssocID="{7FB4632D-EC8C-449C-AAAE-BFED96E7FC3B}" presName="thickLine" presStyleLbl="alignNode1" presStyleIdx="3" presStyleCnt="6"/>
      <dgm:spPr/>
    </dgm:pt>
    <dgm:pt modelId="{4B74F294-A5D1-4790-B6B3-6D899032C7E5}" type="pres">
      <dgm:prSet presAssocID="{7FB4632D-EC8C-449C-AAAE-BFED96E7FC3B}" presName="horz1" presStyleCnt="0"/>
      <dgm:spPr/>
    </dgm:pt>
    <dgm:pt modelId="{BDD474F0-F3F5-4A11-B7DF-D332F52E3058}" type="pres">
      <dgm:prSet presAssocID="{7FB4632D-EC8C-449C-AAAE-BFED96E7FC3B}" presName="tx1" presStyleLbl="revTx" presStyleIdx="3" presStyleCnt="6"/>
      <dgm:spPr/>
    </dgm:pt>
    <dgm:pt modelId="{6F4FEB8D-166A-4B23-839F-A72DB0F74FCB}" type="pres">
      <dgm:prSet presAssocID="{7FB4632D-EC8C-449C-AAAE-BFED96E7FC3B}" presName="vert1" presStyleCnt="0"/>
      <dgm:spPr/>
    </dgm:pt>
    <dgm:pt modelId="{91D9BD30-0AFA-4223-AD88-CC611AFC835D}" type="pres">
      <dgm:prSet presAssocID="{B62798E9-4BD2-4EF2-8393-3F52C9714D3A}" presName="thickLine" presStyleLbl="alignNode1" presStyleIdx="4" presStyleCnt="6"/>
      <dgm:spPr/>
    </dgm:pt>
    <dgm:pt modelId="{DA18A8B7-A1E5-4FBC-848C-542B7B8C8031}" type="pres">
      <dgm:prSet presAssocID="{B62798E9-4BD2-4EF2-8393-3F52C9714D3A}" presName="horz1" presStyleCnt="0"/>
      <dgm:spPr/>
    </dgm:pt>
    <dgm:pt modelId="{64F377FD-AAA0-48D3-9FCF-BF8A2DC80E05}" type="pres">
      <dgm:prSet presAssocID="{B62798E9-4BD2-4EF2-8393-3F52C9714D3A}" presName="tx1" presStyleLbl="revTx" presStyleIdx="4" presStyleCnt="6"/>
      <dgm:spPr/>
    </dgm:pt>
    <dgm:pt modelId="{67854160-F2A2-4DA5-9BDD-50A7AF8CB7E0}" type="pres">
      <dgm:prSet presAssocID="{B62798E9-4BD2-4EF2-8393-3F52C9714D3A}" presName="vert1" presStyleCnt="0"/>
      <dgm:spPr/>
    </dgm:pt>
    <dgm:pt modelId="{CC72BD6C-4A22-4595-B4A7-9EBF7F888539}" type="pres">
      <dgm:prSet presAssocID="{392E9F32-E25C-48F4-AB88-4E86ADC3680A}" presName="thickLine" presStyleLbl="alignNode1" presStyleIdx="5" presStyleCnt="6"/>
      <dgm:spPr/>
    </dgm:pt>
    <dgm:pt modelId="{6FED6936-D510-410F-872D-9ECF23E810F6}" type="pres">
      <dgm:prSet presAssocID="{392E9F32-E25C-48F4-AB88-4E86ADC3680A}" presName="horz1" presStyleCnt="0"/>
      <dgm:spPr/>
    </dgm:pt>
    <dgm:pt modelId="{68F33A99-F180-4734-8A61-1A94FD2CD1A0}" type="pres">
      <dgm:prSet presAssocID="{392E9F32-E25C-48F4-AB88-4E86ADC3680A}" presName="tx1" presStyleLbl="revTx" presStyleIdx="5" presStyleCnt="6"/>
      <dgm:spPr/>
    </dgm:pt>
    <dgm:pt modelId="{D77E1182-CECA-40A1-A008-92D9B5766685}" type="pres">
      <dgm:prSet presAssocID="{392E9F32-E25C-48F4-AB88-4E86ADC3680A}" presName="vert1" presStyleCnt="0"/>
      <dgm:spPr/>
    </dgm:pt>
  </dgm:ptLst>
  <dgm:cxnLst>
    <dgm:cxn modelId="{12D64911-B87B-4D95-B972-1BE86420842F}" type="presOf" srcId="{28AAC16E-F86C-4EFC-80A0-BEDAB1C00BC0}" destId="{FB39244E-0F43-41D2-A6AC-A883F781AD9D}" srcOrd="0" destOrd="0" presId="urn:microsoft.com/office/officeart/2008/layout/LinedList"/>
    <dgm:cxn modelId="{A4126326-F5DE-4A77-866B-974D1FEC9F17}" type="presOf" srcId="{392E9F32-E25C-48F4-AB88-4E86ADC3680A}" destId="{68F33A99-F180-4734-8A61-1A94FD2CD1A0}" srcOrd="0" destOrd="0" presId="urn:microsoft.com/office/officeart/2008/layout/LinedList"/>
    <dgm:cxn modelId="{E3475F27-28C2-4006-ADEE-62ECD3A19893}" type="presOf" srcId="{B528A986-6D73-48AB-A46B-4E8575719D8E}" destId="{72A9ABF5-BE66-4060-812C-F4F0107CDB83}" srcOrd="0" destOrd="0" presId="urn:microsoft.com/office/officeart/2008/layout/LinedList"/>
    <dgm:cxn modelId="{47F9F062-A523-483E-BC66-9A16A59433FE}" type="presOf" srcId="{B62798E9-4BD2-4EF2-8393-3F52C9714D3A}" destId="{64F377FD-AAA0-48D3-9FCF-BF8A2DC80E05}" srcOrd="0" destOrd="0" presId="urn:microsoft.com/office/officeart/2008/layout/LinedList"/>
    <dgm:cxn modelId="{F5CDEB45-2E6D-44E1-BE82-513630FB6C77}" srcId="{11C9F57E-BB82-44BE-918E-F321C238CACF}" destId="{B62798E9-4BD2-4EF2-8393-3F52C9714D3A}" srcOrd="4" destOrd="0" parTransId="{F66329A5-3814-4BBA-9A16-2B35D58B5FC4}" sibTransId="{256B72D3-85B8-4D7C-8246-59B458AD3A87}"/>
    <dgm:cxn modelId="{601CC079-FB56-461A-A876-E2497724B3A3}" srcId="{11C9F57E-BB82-44BE-918E-F321C238CACF}" destId="{B528A986-6D73-48AB-A46B-4E8575719D8E}" srcOrd="0" destOrd="0" parTransId="{3716D9A8-681F-40CA-A067-A29674BFA1B6}" sibTransId="{00073844-8F68-4FD1-8548-03A2364E1BC4}"/>
    <dgm:cxn modelId="{2B071A7B-6891-421F-B421-47F638297F89}" srcId="{11C9F57E-BB82-44BE-918E-F321C238CACF}" destId="{392E9F32-E25C-48F4-AB88-4E86ADC3680A}" srcOrd="5" destOrd="0" parTransId="{5729A102-0FD4-441E-B36E-FD34ECE1F054}" sibTransId="{578A54FA-F8F2-4133-82CE-C149BC9EDE6F}"/>
    <dgm:cxn modelId="{4BC9B78C-838F-44D3-B6A4-98969A65012F}" srcId="{11C9F57E-BB82-44BE-918E-F321C238CACF}" destId="{BBF57E49-D069-4EEA-82E9-EC27E0F3C529}" srcOrd="1" destOrd="0" parTransId="{BFC34C98-6E0E-49AB-9D9F-DF0649CFA281}" sibTransId="{DA2C430E-987E-4AE4-9361-D567A028FDFB}"/>
    <dgm:cxn modelId="{F21D8594-2D80-4E30-939A-BFD97348EA8A}" srcId="{11C9F57E-BB82-44BE-918E-F321C238CACF}" destId="{7FB4632D-EC8C-449C-AAAE-BFED96E7FC3B}" srcOrd="3" destOrd="0" parTransId="{5CA7191B-0A07-4B9A-BC29-21990DEF977C}" sibTransId="{5C460EE8-863C-4499-BE72-BEC310133E33}"/>
    <dgm:cxn modelId="{CC8BC3AB-B56C-4D11-B51D-0A293C0A408F}" type="presOf" srcId="{BBF57E49-D069-4EEA-82E9-EC27E0F3C529}" destId="{40257B87-FC74-40FD-A45D-6E5F775AD513}" srcOrd="0" destOrd="0" presId="urn:microsoft.com/office/officeart/2008/layout/LinedList"/>
    <dgm:cxn modelId="{4348B5C2-B76C-430F-AA7C-300344EA0500}" srcId="{11C9F57E-BB82-44BE-918E-F321C238CACF}" destId="{28AAC16E-F86C-4EFC-80A0-BEDAB1C00BC0}" srcOrd="2" destOrd="0" parTransId="{D2E064B7-8EF6-46CE-A829-2DBF8A2F480D}" sibTransId="{31DD1C2B-E2DB-4C85-862D-606C347DFB18}"/>
    <dgm:cxn modelId="{4AA902F9-AD20-458C-8FE0-D59C161C8F3D}" type="presOf" srcId="{7FB4632D-EC8C-449C-AAAE-BFED96E7FC3B}" destId="{BDD474F0-F3F5-4A11-B7DF-D332F52E3058}" srcOrd="0" destOrd="0" presId="urn:microsoft.com/office/officeart/2008/layout/LinedList"/>
    <dgm:cxn modelId="{D75D40FC-EA8D-4BCB-B989-062FCD526C78}" type="presOf" srcId="{11C9F57E-BB82-44BE-918E-F321C238CACF}" destId="{5AD59BB4-A516-4637-8B43-4D909A28F42A}" srcOrd="0" destOrd="0" presId="urn:microsoft.com/office/officeart/2008/layout/LinedList"/>
    <dgm:cxn modelId="{125BD4A8-EC99-48B3-A79D-7A6C39548851}" type="presParOf" srcId="{5AD59BB4-A516-4637-8B43-4D909A28F42A}" destId="{231A84B4-6AC6-4542-932B-8E0558663247}" srcOrd="0" destOrd="0" presId="urn:microsoft.com/office/officeart/2008/layout/LinedList"/>
    <dgm:cxn modelId="{D34A1302-4DBB-4E7E-8BCF-3E36FA467767}" type="presParOf" srcId="{5AD59BB4-A516-4637-8B43-4D909A28F42A}" destId="{130EA043-B271-4060-B04D-C9B7984A2435}" srcOrd="1" destOrd="0" presId="urn:microsoft.com/office/officeart/2008/layout/LinedList"/>
    <dgm:cxn modelId="{0AECEADD-BD88-40F5-8D3E-DB5323506AAA}" type="presParOf" srcId="{130EA043-B271-4060-B04D-C9B7984A2435}" destId="{72A9ABF5-BE66-4060-812C-F4F0107CDB83}" srcOrd="0" destOrd="0" presId="urn:microsoft.com/office/officeart/2008/layout/LinedList"/>
    <dgm:cxn modelId="{72224AF4-97F9-4564-A4A9-9CF326103CFD}" type="presParOf" srcId="{130EA043-B271-4060-B04D-C9B7984A2435}" destId="{3E8E9C30-421C-4604-BE19-54A765C5B2A2}" srcOrd="1" destOrd="0" presId="urn:microsoft.com/office/officeart/2008/layout/LinedList"/>
    <dgm:cxn modelId="{EEF33FBC-3ECB-4783-A45A-3EEBFB8380F9}" type="presParOf" srcId="{5AD59BB4-A516-4637-8B43-4D909A28F42A}" destId="{D6164556-6C19-4D5C-8B53-A4BFE83887B5}" srcOrd="2" destOrd="0" presId="urn:microsoft.com/office/officeart/2008/layout/LinedList"/>
    <dgm:cxn modelId="{A76E5FE3-5957-4CAE-800B-385ABDB6F960}" type="presParOf" srcId="{5AD59BB4-A516-4637-8B43-4D909A28F42A}" destId="{C7183778-4937-4A92-BE35-170E64EA9213}" srcOrd="3" destOrd="0" presId="urn:microsoft.com/office/officeart/2008/layout/LinedList"/>
    <dgm:cxn modelId="{68973BDE-E7D6-46B0-8032-47C47ED54581}" type="presParOf" srcId="{C7183778-4937-4A92-BE35-170E64EA9213}" destId="{40257B87-FC74-40FD-A45D-6E5F775AD513}" srcOrd="0" destOrd="0" presId="urn:microsoft.com/office/officeart/2008/layout/LinedList"/>
    <dgm:cxn modelId="{CB7C5A60-2C2D-43F3-A5A9-F1E4DF1011CD}" type="presParOf" srcId="{C7183778-4937-4A92-BE35-170E64EA9213}" destId="{D83133F5-F211-4851-BECC-5AE0665611BE}" srcOrd="1" destOrd="0" presId="urn:microsoft.com/office/officeart/2008/layout/LinedList"/>
    <dgm:cxn modelId="{7CB4F232-AA99-4BD8-A64A-CA3BA384E68A}" type="presParOf" srcId="{5AD59BB4-A516-4637-8B43-4D909A28F42A}" destId="{5A346784-25A7-48A5-B7D4-71B07F4190CC}" srcOrd="4" destOrd="0" presId="urn:microsoft.com/office/officeart/2008/layout/LinedList"/>
    <dgm:cxn modelId="{DAA87C95-9DB7-4215-A52F-111F4D559D48}" type="presParOf" srcId="{5AD59BB4-A516-4637-8B43-4D909A28F42A}" destId="{8F7D5B47-38C7-4B07-BE8C-8331E79D4DB0}" srcOrd="5" destOrd="0" presId="urn:microsoft.com/office/officeart/2008/layout/LinedList"/>
    <dgm:cxn modelId="{1B1E53A1-81C8-4618-80A6-166D07561E3A}" type="presParOf" srcId="{8F7D5B47-38C7-4B07-BE8C-8331E79D4DB0}" destId="{FB39244E-0F43-41D2-A6AC-A883F781AD9D}" srcOrd="0" destOrd="0" presId="urn:microsoft.com/office/officeart/2008/layout/LinedList"/>
    <dgm:cxn modelId="{64EB4C8E-16BF-4E74-8DAF-11C8A46AD672}" type="presParOf" srcId="{8F7D5B47-38C7-4B07-BE8C-8331E79D4DB0}" destId="{BAEF5575-6FEE-4A76-A804-84DA1202EEDC}" srcOrd="1" destOrd="0" presId="urn:microsoft.com/office/officeart/2008/layout/LinedList"/>
    <dgm:cxn modelId="{CCAE03D7-4ABE-420B-B4B6-D9E5BD967FD1}" type="presParOf" srcId="{5AD59BB4-A516-4637-8B43-4D909A28F42A}" destId="{9432BC84-1306-4B1F-820A-E118E61BADE7}" srcOrd="6" destOrd="0" presId="urn:microsoft.com/office/officeart/2008/layout/LinedList"/>
    <dgm:cxn modelId="{86AB2CAC-B5B9-4D6D-AF44-09D07E1FA7C3}" type="presParOf" srcId="{5AD59BB4-A516-4637-8B43-4D909A28F42A}" destId="{4B74F294-A5D1-4790-B6B3-6D899032C7E5}" srcOrd="7" destOrd="0" presId="urn:microsoft.com/office/officeart/2008/layout/LinedList"/>
    <dgm:cxn modelId="{69782AEB-1F80-4A56-8244-8F8CE03BFD4B}" type="presParOf" srcId="{4B74F294-A5D1-4790-B6B3-6D899032C7E5}" destId="{BDD474F0-F3F5-4A11-B7DF-D332F52E3058}" srcOrd="0" destOrd="0" presId="urn:microsoft.com/office/officeart/2008/layout/LinedList"/>
    <dgm:cxn modelId="{7C9E54C8-4BED-4CBA-9519-F3DD833644F8}" type="presParOf" srcId="{4B74F294-A5D1-4790-B6B3-6D899032C7E5}" destId="{6F4FEB8D-166A-4B23-839F-A72DB0F74FCB}" srcOrd="1" destOrd="0" presId="urn:microsoft.com/office/officeart/2008/layout/LinedList"/>
    <dgm:cxn modelId="{7E6C6DD2-A13B-4733-AF9A-3D40C30940B7}" type="presParOf" srcId="{5AD59BB4-A516-4637-8B43-4D909A28F42A}" destId="{91D9BD30-0AFA-4223-AD88-CC611AFC835D}" srcOrd="8" destOrd="0" presId="urn:microsoft.com/office/officeart/2008/layout/LinedList"/>
    <dgm:cxn modelId="{853D627C-ABD7-4E55-9AFA-154C999B547B}" type="presParOf" srcId="{5AD59BB4-A516-4637-8B43-4D909A28F42A}" destId="{DA18A8B7-A1E5-4FBC-848C-542B7B8C8031}" srcOrd="9" destOrd="0" presId="urn:microsoft.com/office/officeart/2008/layout/LinedList"/>
    <dgm:cxn modelId="{07352BD4-E5A0-439D-9ECE-B1A5B7C54CDB}" type="presParOf" srcId="{DA18A8B7-A1E5-4FBC-848C-542B7B8C8031}" destId="{64F377FD-AAA0-48D3-9FCF-BF8A2DC80E05}" srcOrd="0" destOrd="0" presId="urn:microsoft.com/office/officeart/2008/layout/LinedList"/>
    <dgm:cxn modelId="{CD85FCFD-7CFF-4DFF-A8FA-BC813F807AC3}" type="presParOf" srcId="{DA18A8B7-A1E5-4FBC-848C-542B7B8C8031}" destId="{67854160-F2A2-4DA5-9BDD-50A7AF8CB7E0}" srcOrd="1" destOrd="0" presId="urn:microsoft.com/office/officeart/2008/layout/LinedList"/>
    <dgm:cxn modelId="{69FF346E-BB33-4577-9AF1-55B491F95228}" type="presParOf" srcId="{5AD59BB4-A516-4637-8B43-4D909A28F42A}" destId="{CC72BD6C-4A22-4595-B4A7-9EBF7F888539}" srcOrd="10" destOrd="0" presId="urn:microsoft.com/office/officeart/2008/layout/LinedList"/>
    <dgm:cxn modelId="{43D8B3D6-CF08-483B-BC56-A16071337BDA}" type="presParOf" srcId="{5AD59BB4-A516-4637-8B43-4D909A28F42A}" destId="{6FED6936-D510-410F-872D-9ECF23E810F6}" srcOrd="11" destOrd="0" presId="urn:microsoft.com/office/officeart/2008/layout/LinedList"/>
    <dgm:cxn modelId="{DC844F81-3676-4E38-8554-9E2045B998FF}" type="presParOf" srcId="{6FED6936-D510-410F-872D-9ECF23E810F6}" destId="{68F33A99-F180-4734-8A61-1A94FD2CD1A0}" srcOrd="0" destOrd="0" presId="urn:microsoft.com/office/officeart/2008/layout/LinedList"/>
    <dgm:cxn modelId="{EA9F0BC1-416E-44D1-84EB-0515E00DF766}" type="presParOf" srcId="{6FED6936-D510-410F-872D-9ECF23E810F6}" destId="{D77E1182-CECA-40A1-A008-92D9B57666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0F371E-81E6-4284-89FF-8AEE712B2AB1}" type="doc">
      <dgm:prSet loTypeId="urn:microsoft.com/office/officeart/2018/2/layout/IconCircleList" loCatId="icon" qsTypeId="urn:microsoft.com/office/officeart/2005/8/quickstyle/simple1#19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8750B6AD-A27B-465A-94E2-EE62A7AFE9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Original dataset: 70,000 rows</a:t>
          </a:r>
        </a:p>
      </dgm:t>
    </dgm:pt>
    <dgm:pt modelId="{58450262-9CF8-40AA-AC55-A060B148C1C9}" type="parTrans" cxnId="{D558936E-44FF-4D93-938F-B9AA2D064B32}">
      <dgm:prSet/>
      <dgm:spPr/>
      <dgm:t>
        <a:bodyPr/>
        <a:lstStyle/>
        <a:p>
          <a:endParaRPr lang="en-US"/>
        </a:p>
      </dgm:t>
    </dgm:pt>
    <dgm:pt modelId="{E3A76F79-6320-45DF-B928-EEC13E06CB30}" type="sibTrans" cxnId="{D558936E-44FF-4D93-938F-B9AA2D064B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1F8103-A7A9-48BD-A918-28B7A2BBCB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Duplicate rows: 0</a:t>
          </a:r>
        </a:p>
      </dgm:t>
    </dgm:pt>
    <dgm:pt modelId="{33E5B335-81E6-41E9-B70D-0226ED1D3283}" type="parTrans" cxnId="{96018737-3801-4757-92D2-827E8D13652F}">
      <dgm:prSet/>
      <dgm:spPr/>
      <dgm:t>
        <a:bodyPr/>
        <a:lstStyle/>
        <a:p>
          <a:endParaRPr lang="en-US"/>
        </a:p>
      </dgm:t>
    </dgm:pt>
    <dgm:pt modelId="{6B2FCD50-57F2-4069-8A2C-30DC1C2B305C}" type="sibTrans" cxnId="{96018737-3801-4757-92D2-827E8D1365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65549D-9051-401F-8A23-1702C75E94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Rows after cleaning: 68,672</a:t>
          </a:r>
        </a:p>
      </dgm:t>
    </dgm:pt>
    <dgm:pt modelId="{E041BCF2-4282-4FD4-A6E2-C6EB3AFF37E8}" type="parTrans" cxnId="{E90E0BFF-F620-423E-BE25-FE3AF9DB7D45}">
      <dgm:prSet/>
      <dgm:spPr/>
      <dgm:t>
        <a:bodyPr/>
        <a:lstStyle/>
        <a:p>
          <a:endParaRPr lang="en-US"/>
        </a:p>
      </dgm:t>
    </dgm:pt>
    <dgm:pt modelId="{633638D1-01E0-46DD-B3E6-4F5C5AC78899}" type="sibTrans" cxnId="{E90E0BFF-F620-423E-BE25-FE3AF9DB7D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C78E58-8645-44A8-BFE3-805215766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Rows removed during blood-pressure cleaning: 1,328</a:t>
          </a:r>
        </a:p>
      </dgm:t>
    </dgm:pt>
    <dgm:pt modelId="{C485538B-0E49-44C9-A38D-4FEE778C6D5D}" type="parTrans" cxnId="{6C6203F0-B965-4F47-A9EC-9714DE0D19A2}">
      <dgm:prSet/>
      <dgm:spPr/>
      <dgm:t>
        <a:bodyPr/>
        <a:lstStyle/>
        <a:p>
          <a:endParaRPr lang="en-US"/>
        </a:p>
      </dgm:t>
    </dgm:pt>
    <dgm:pt modelId="{5F718674-9634-4DF6-A9DF-D20DA41A6930}" type="sibTrans" cxnId="{6C6203F0-B965-4F47-A9EC-9714DE0D19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FA6547-7FB4-458E-8277-024D3901F3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 converted to years: 30–65 years</a:t>
          </a:r>
        </a:p>
      </dgm:t>
    </dgm:pt>
    <dgm:pt modelId="{465D2C80-2E71-48C9-8858-85C97069CE73}" type="parTrans" cxnId="{D57DC419-7AC7-45C8-906B-CC499477622F}">
      <dgm:prSet/>
      <dgm:spPr/>
      <dgm:t>
        <a:bodyPr/>
        <a:lstStyle/>
        <a:p>
          <a:endParaRPr lang="en-US"/>
        </a:p>
      </dgm:t>
    </dgm:pt>
    <dgm:pt modelId="{0B19E4C9-98A7-40A1-8671-D6BE1AE1569C}" type="sibTrans" cxnId="{D57DC419-7AC7-45C8-906B-CC49947762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8951A4-68AB-4985-BBAD-70DB39F35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Cleaned dataset saved as Output/cardio_cleaned.csv</a:t>
          </a:r>
        </a:p>
      </dgm:t>
    </dgm:pt>
    <dgm:pt modelId="{78F08590-87DA-49DA-AF07-C805C63A07B1}" type="parTrans" cxnId="{09D2CB2B-E869-47A1-AD48-72D1B8635DB2}">
      <dgm:prSet/>
      <dgm:spPr/>
      <dgm:t>
        <a:bodyPr/>
        <a:lstStyle/>
        <a:p>
          <a:endParaRPr lang="en-US"/>
        </a:p>
      </dgm:t>
    </dgm:pt>
    <dgm:pt modelId="{17D1CB9E-06A4-4766-A5EE-FE2793B549BF}" type="sibTrans" cxnId="{09D2CB2B-E869-47A1-AD48-72D1B8635DB2}">
      <dgm:prSet/>
      <dgm:spPr/>
      <dgm:t>
        <a:bodyPr/>
        <a:lstStyle/>
        <a:p>
          <a:endParaRPr lang="en-US"/>
        </a:p>
      </dgm:t>
    </dgm:pt>
    <dgm:pt modelId="{7C31DC06-4ADB-4E8C-AF38-4BDE1A15B33C}" type="pres">
      <dgm:prSet presAssocID="{C30F371E-81E6-4284-89FF-8AEE712B2AB1}" presName="root" presStyleCnt="0">
        <dgm:presLayoutVars>
          <dgm:dir/>
          <dgm:resizeHandles val="exact"/>
        </dgm:presLayoutVars>
      </dgm:prSet>
      <dgm:spPr/>
    </dgm:pt>
    <dgm:pt modelId="{F72AFA8A-D6F6-4E28-B30D-F3E9E612B756}" type="pres">
      <dgm:prSet presAssocID="{C30F371E-81E6-4284-89FF-8AEE712B2AB1}" presName="container" presStyleCnt="0">
        <dgm:presLayoutVars>
          <dgm:dir/>
          <dgm:resizeHandles val="exact"/>
        </dgm:presLayoutVars>
      </dgm:prSet>
      <dgm:spPr/>
    </dgm:pt>
    <dgm:pt modelId="{4F6EA7A4-1BF0-41A8-B071-F8716FE79B2E}" type="pres">
      <dgm:prSet presAssocID="{8750B6AD-A27B-465A-94E2-EE62A7AFE941}" presName="compNode" presStyleCnt="0"/>
      <dgm:spPr/>
    </dgm:pt>
    <dgm:pt modelId="{79AC9878-09A7-4E3B-8757-7681F0F5245F}" type="pres">
      <dgm:prSet presAssocID="{8750B6AD-A27B-465A-94E2-EE62A7AFE941}" presName="iconBgRect" presStyleLbl="bgShp" presStyleIdx="0" presStyleCnt="6"/>
      <dgm:spPr/>
    </dgm:pt>
    <dgm:pt modelId="{545A3903-62F7-45BA-AAD8-9B11A03FDDCE}" type="pres">
      <dgm:prSet presAssocID="{8750B6AD-A27B-465A-94E2-EE62A7AFE941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7F084CB-BB09-4C43-B663-D7885275BAF4}" type="pres">
      <dgm:prSet presAssocID="{8750B6AD-A27B-465A-94E2-EE62A7AFE941}" presName="spaceRect" presStyleCnt="0"/>
      <dgm:spPr/>
    </dgm:pt>
    <dgm:pt modelId="{98B619F3-D7A7-47B5-9AE3-5E62FA945AE4}" type="pres">
      <dgm:prSet presAssocID="{8750B6AD-A27B-465A-94E2-EE62A7AFE941}" presName="textRect" presStyleLbl="revTx" presStyleIdx="0" presStyleCnt="6">
        <dgm:presLayoutVars>
          <dgm:chMax val="1"/>
          <dgm:chPref val="1"/>
        </dgm:presLayoutVars>
      </dgm:prSet>
      <dgm:spPr/>
    </dgm:pt>
    <dgm:pt modelId="{5C452ED4-5050-42F9-8DC4-4F4EB6BE8EE3}" type="pres">
      <dgm:prSet presAssocID="{E3A76F79-6320-45DF-B928-EEC13E06CB30}" presName="sibTrans" presStyleLbl="sibTrans2D1" presStyleIdx="0" presStyleCnt="0"/>
      <dgm:spPr/>
    </dgm:pt>
    <dgm:pt modelId="{7494D909-F14C-47CD-B1F5-B17F3CAD3E96}" type="pres">
      <dgm:prSet presAssocID="{071F8103-A7A9-48BD-A918-28B7A2BBCBAC}" presName="compNode" presStyleCnt="0"/>
      <dgm:spPr/>
    </dgm:pt>
    <dgm:pt modelId="{917A0FE2-6744-4A7F-976E-09B17C8C0899}" type="pres">
      <dgm:prSet presAssocID="{071F8103-A7A9-48BD-A918-28B7A2BBCBAC}" presName="iconBgRect" presStyleLbl="bgShp" presStyleIdx="1" presStyleCnt="6"/>
      <dgm:spPr/>
    </dgm:pt>
    <dgm:pt modelId="{56DB6BF5-38DB-43E8-9292-5B7609F71A81}" type="pres">
      <dgm:prSet presAssocID="{071F8103-A7A9-48BD-A918-28B7A2BBCBA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0E14ED8C-DD4B-4339-886C-95247840F6B5}" type="pres">
      <dgm:prSet presAssocID="{071F8103-A7A9-48BD-A918-28B7A2BBCBAC}" presName="spaceRect" presStyleCnt="0"/>
      <dgm:spPr/>
    </dgm:pt>
    <dgm:pt modelId="{B8EF1704-B463-4116-AD18-387949BFD011}" type="pres">
      <dgm:prSet presAssocID="{071F8103-A7A9-48BD-A918-28B7A2BBCBAC}" presName="textRect" presStyleLbl="revTx" presStyleIdx="1" presStyleCnt="6">
        <dgm:presLayoutVars>
          <dgm:chMax val="1"/>
          <dgm:chPref val="1"/>
        </dgm:presLayoutVars>
      </dgm:prSet>
      <dgm:spPr/>
    </dgm:pt>
    <dgm:pt modelId="{D9BFE404-6D7B-4A3B-BFAD-92668E049C8C}" type="pres">
      <dgm:prSet presAssocID="{6B2FCD50-57F2-4069-8A2C-30DC1C2B305C}" presName="sibTrans" presStyleLbl="sibTrans2D1" presStyleIdx="0" presStyleCnt="0"/>
      <dgm:spPr/>
    </dgm:pt>
    <dgm:pt modelId="{34E79A76-D471-49C6-98FE-41E637379A8E}" type="pres">
      <dgm:prSet presAssocID="{DD65549D-9051-401F-8A23-1702C75E94A4}" presName="compNode" presStyleCnt="0"/>
      <dgm:spPr/>
    </dgm:pt>
    <dgm:pt modelId="{13B6F47D-C93C-4E43-BC13-AF2AA798AC8C}" type="pres">
      <dgm:prSet presAssocID="{DD65549D-9051-401F-8A23-1702C75E94A4}" presName="iconBgRect" presStyleLbl="bgShp" presStyleIdx="2" presStyleCnt="6"/>
      <dgm:spPr/>
    </dgm:pt>
    <dgm:pt modelId="{5D839E6D-8B0F-4866-96D7-2C8CD9B13DE7}" type="pres">
      <dgm:prSet presAssocID="{DD65549D-9051-401F-8A23-1702C75E94A4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215A5AE8-C0C7-43C9-8A68-98358E26F8C2}" type="pres">
      <dgm:prSet presAssocID="{DD65549D-9051-401F-8A23-1702C75E94A4}" presName="spaceRect" presStyleCnt="0"/>
      <dgm:spPr/>
    </dgm:pt>
    <dgm:pt modelId="{9A1227FF-DEF2-4D53-BA01-8F91AF664B03}" type="pres">
      <dgm:prSet presAssocID="{DD65549D-9051-401F-8A23-1702C75E94A4}" presName="textRect" presStyleLbl="revTx" presStyleIdx="2" presStyleCnt="6">
        <dgm:presLayoutVars>
          <dgm:chMax val="1"/>
          <dgm:chPref val="1"/>
        </dgm:presLayoutVars>
      </dgm:prSet>
      <dgm:spPr/>
    </dgm:pt>
    <dgm:pt modelId="{7235505E-4E94-4171-98D6-BDB13B36B07F}" type="pres">
      <dgm:prSet presAssocID="{633638D1-01E0-46DD-B3E6-4F5C5AC78899}" presName="sibTrans" presStyleLbl="sibTrans2D1" presStyleIdx="0" presStyleCnt="0"/>
      <dgm:spPr/>
    </dgm:pt>
    <dgm:pt modelId="{EA517BC6-1947-4295-B2C5-B6477F178D87}" type="pres">
      <dgm:prSet presAssocID="{F4C78E58-8645-44A8-BFE3-805215766820}" presName="compNode" presStyleCnt="0"/>
      <dgm:spPr/>
    </dgm:pt>
    <dgm:pt modelId="{8D69D883-1EE0-4B8D-A5B1-F1F66D21B448}" type="pres">
      <dgm:prSet presAssocID="{F4C78E58-8645-44A8-BFE3-805215766820}" presName="iconBgRect" presStyleLbl="bgShp" presStyleIdx="3" presStyleCnt="6"/>
      <dgm:spPr/>
    </dgm:pt>
    <dgm:pt modelId="{A11D9A5E-FB2D-49A2-8C7B-D0F47FE4311A}" type="pres">
      <dgm:prSet presAssocID="{F4C78E58-8645-44A8-BFE3-80521576682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53D77074-5BD3-4E9C-8A92-7CA4FDE2ADB6}" type="pres">
      <dgm:prSet presAssocID="{F4C78E58-8645-44A8-BFE3-805215766820}" presName="spaceRect" presStyleCnt="0"/>
      <dgm:spPr/>
    </dgm:pt>
    <dgm:pt modelId="{10EE016C-EA81-4FCF-8FDA-6BF38EE5A969}" type="pres">
      <dgm:prSet presAssocID="{F4C78E58-8645-44A8-BFE3-805215766820}" presName="textRect" presStyleLbl="revTx" presStyleIdx="3" presStyleCnt="6">
        <dgm:presLayoutVars>
          <dgm:chMax val="1"/>
          <dgm:chPref val="1"/>
        </dgm:presLayoutVars>
      </dgm:prSet>
      <dgm:spPr/>
    </dgm:pt>
    <dgm:pt modelId="{6D635D67-B0A5-45B2-88EA-F65712F87F45}" type="pres">
      <dgm:prSet presAssocID="{5F718674-9634-4DF6-A9DF-D20DA41A6930}" presName="sibTrans" presStyleLbl="sibTrans2D1" presStyleIdx="0" presStyleCnt="0"/>
      <dgm:spPr/>
    </dgm:pt>
    <dgm:pt modelId="{A1A6F0E4-7EB8-49D1-99FB-5EEB8852C6CE}" type="pres">
      <dgm:prSet presAssocID="{08FA6547-7FB4-458E-8277-024D3901F34E}" presName="compNode" presStyleCnt="0"/>
      <dgm:spPr/>
    </dgm:pt>
    <dgm:pt modelId="{DBD6310D-42CC-42A3-86E5-D2487F023A0E}" type="pres">
      <dgm:prSet presAssocID="{08FA6547-7FB4-458E-8277-024D3901F34E}" presName="iconBgRect" presStyleLbl="bgShp" presStyleIdx="4" presStyleCnt="6"/>
      <dgm:spPr/>
    </dgm:pt>
    <dgm:pt modelId="{A5328872-B677-469E-97BD-2C8FF4CAFCB5}" type="pres">
      <dgm:prSet presAssocID="{08FA6547-7FB4-458E-8277-024D3901F34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680AB79A-DDBB-4187-9A56-2F3E51A777A7}" type="pres">
      <dgm:prSet presAssocID="{08FA6547-7FB4-458E-8277-024D3901F34E}" presName="spaceRect" presStyleCnt="0"/>
      <dgm:spPr/>
    </dgm:pt>
    <dgm:pt modelId="{91DBCD77-0877-4EBF-A469-B566C63F3352}" type="pres">
      <dgm:prSet presAssocID="{08FA6547-7FB4-458E-8277-024D3901F34E}" presName="textRect" presStyleLbl="revTx" presStyleIdx="4" presStyleCnt="6">
        <dgm:presLayoutVars>
          <dgm:chMax val="1"/>
          <dgm:chPref val="1"/>
        </dgm:presLayoutVars>
      </dgm:prSet>
      <dgm:spPr/>
    </dgm:pt>
    <dgm:pt modelId="{28C353C8-2FB5-4D54-B0AC-90406E782B75}" type="pres">
      <dgm:prSet presAssocID="{0B19E4C9-98A7-40A1-8671-D6BE1AE1569C}" presName="sibTrans" presStyleLbl="sibTrans2D1" presStyleIdx="0" presStyleCnt="0"/>
      <dgm:spPr/>
    </dgm:pt>
    <dgm:pt modelId="{E4179A86-7C50-4FB7-AB99-88B6C76E96D2}" type="pres">
      <dgm:prSet presAssocID="{4F8951A4-68AB-4985-BBAD-70DB39F355C0}" presName="compNode" presStyleCnt="0"/>
      <dgm:spPr/>
    </dgm:pt>
    <dgm:pt modelId="{73F5364B-CA98-4235-B044-B9627545FD45}" type="pres">
      <dgm:prSet presAssocID="{4F8951A4-68AB-4985-BBAD-70DB39F355C0}" presName="iconBgRect" presStyleLbl="bgShp" presStyleIdx="5" presStyleCnt="6"/>
      <dgm:spPr/>
    </dgm:pt>
    <dgm:pt modelId="{3D866644-977D-4A9A-A9C0-48845FD6FCBE}" type="pres">
      <dgm:prSet presAssocID="{4F8951A4-68AB-4985-BBAD-70DB39F355C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822347A-0607-4E26-A03E-507FAD3CA9E3}" type="pres">
      <dgm:prSet presAssocID="{4F8951A4-68AB-4985-BBAD-70DB39F355C0}" presName="spaceRect" presStyleCnt="0"/>
      <dgm:spPr/>
    </dgm:pt>
    <dgm:pt modelId="{4E42A58C-5EF0-4706-81D6-D7456A077C6E}" type="pres">
      <dgm:prSet presAssocID="{4F8951A4-68AB-4985-BBAD-70DB39F355C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5BE5208-67F8-4C0D-985E-4D6256D78572}" type="presOf" srcId="{F4C78E58-8645-44A8-BFE3-805215766820}" destId="{10EE016C-EA81-4FCF-8FDA-6BF38EE5A969}" srcOrd="0" destOrd="0" presId="urn:microsoft.com/office/officeart/2018/2/layout/IconCircleList"/>
    <dgm:cxn modelId="{3CD49E0C-26EA-452B-BC29-4517B084F715}" type="presOf" srcId="{C30F371E-81E6-4284-89FF-8AEE712B2AB1}" destId="{7C31DC06-4ADB-4E8C-AF38-4BDE1A15B33C}" srcOrd="0" destOrd="0" presId="urn:microsoft.com/office/officeart/2018/2/layout/IconCircleList"/>
    <dgm:cxn modelId="{AA80180E-1A50-4EC2-81F8-992019F82A45}" type="presOf" srcId="{08FA6547-7FB4-458E-8277-024D3901F34E}" destId="{91DBCD77-0877-4EBF-A469-B566C63F3352}" srcOrd="0" destOrd="0" presId="urn:microsoft.com/office/officeart/2018/2/layout/IconCircleList"/>
    <dgm:cxn modelId="{64286011-3900-474E-8048-2744D68B00F3}" type="presOf" srcId="{DD65549D-9051-401F-8A23-1702C75E94A4}" destId="{9A1227FF-DEF2-4D53-BA01-8F91AF664B03}" srcOrd="0" destOrd="0" presId="urn:microsoft.com/office/officeart/2018/2/layout/IconCircleList"/>
    <dgm:cxn modelId="{EC720913-A4DF-4095-BA7D-9BAD48FE403C}" type="presOf" srcId="{E3A76F79-6320-45DF-B928-EEC13E06CB30}" destId="{5C452ED4-5050-42F9-8DC4-4F4EB6BE8EE3}" srcOrd="0" destOrd="0" presId="urn:microsoft.com/office/officeart/2018/2/layout/IconCircleList"/>
    <dgm:cxn modelId="{D57DC419-7AC7-45C8-906B-CC499477622F}" srcId="{C30F371E-81E6-4284-89FF-8AEE712B2AB1}" destId="{08FA6547-7FB4-458E-8277-024D3901F34E}" srcOrd="4" destOrd="0" parTransId="{465D2C80-2E71-48C9-8858-85C97069CE73}" sibTransId="{0B19E4C9-98A7-40A1-8671-D6BE1AE1569C}"/>
    <dgm:cxn modelId="{197C901C-100E-4263-BF7A-55B8FD824BB9}" type="presOf" srcId="{8750B6AD-A27B-465A-94E2-EE62A7AFE941}" destId="{98B619F3-D7A7-47B5-9AE3-5E62FA945AE4}" srcOrd="0" destOrd="0" presId="urn:microsoft.com/office/officeart/2018/2/layout/IconCircleList"/>
    <dgm:cxn modelId="{09D2CB2B-E869-47A1-AD48-72D1B8635DB2}" srcId="{C30F371E-81E6-4284-89FF-8AEE712B2AB1}" destId="{4F8951A4-68AB-4985-BBAD-70DB39F355C0}" srcOrd="5" destOrd="0" parTransId="{78F08590-87DA-49DA-AF07-C805C63A07B1}" sibTransId="{17D1CB9E-06A4-4766-A5EE-FE2793B549BF}"/>
    <dgm:cxn modelId="{96018737-3801-4757-92D2-827E8D13652F}" srcId="{C30F371E-81E6-4284-89FF-8AEE712B2AB1}" destId="{071F8103-A7A9-48BD-A918-28B7A2BBCBAC}" srcOrd="1" destOrd="0" parTransId="{33E5B335-81E6-41E9-B70D-0226ED1D3283}" sibTransId="{6B2FCD50-57F2-4069-8A2C-30DC1C2B305C}"/>
    <dgm:cxn modelId="{071E054E-8B0F-43AC-A266-D8EF3395430A}" type="presOf" srcId="{071F8103-A7A9-48BD-A918-28B7A2BBCBAC}" destId="{B8EF1704-B463-4116-AD18-387949BFD011}" srcOrd="0" destOrd="0" presId="urn:microsoft.com/office/officeart/2018/2/layout/IconCircleList"/>
    <dgm:cxn modelId="{D558936E-44FF-4D93-938F-B9AA2D064B32}" srcId="{C30F371E-81E6-4284-89FF-8AEE712B2AB1}" destId="{8750B6AD-A27B-465A-94E2-EE62A7AFE941}" srcOrd="0" destOrd="0" parTransId="{58450262-9CF8-40AA-AC55-A060B148C1C9}" sibTransId="{E3A76F79-6320-45DF-B928-EEC13E06CB30}"/>
    <dgm:cxn modelId="{16B02F50-0CBD-4A07-8B2D-229C8E6850DF}" type="presOf" srcId="{5F718674-9634-4DF6-A9DF-D20DA41A6930}" destId="{6D635D67-B0A5-45B2-88EA-F65712F87F45}" srcOrd="0" destOrd="0" presId="urn:microsoft.com/office/officeart/2018/2/layout/IconCircleList"/>
    <dgm:cxn modelId="{B7E9BAB5-09BB-4BB0-B8F9-3CC47C5EF866}" type="presOf" srcId="{0B19E4C9-98A7-40A1-8671-D6BE1AE1569C}" destId="{28C353C8-2FB5-4D54-B0AC-90406E782B75}" srcOrd="0" destOrd="0" presId="urn:microsoft.com/office/officeart/2018/2/layout/IconCircleList"/>
    <dgm:cxn modelId="{99BAD9C3-6017-4CD2-8C29-03C10DC270E6}" type="presOf" srcId="{4F8951A4-68AB-4985-BBAD-70DB39F355C0}" destId="{4E42A58C-5EF0-4706-81D6-D7456A077C6E}" srcOrd="0" destOrd="0" presId="urn:microsoft.com/office/officeart/2018/2/layout/IconCircleList"/>
    <dgm:cxn modelId="{040CF6D9-8E6A-4B4B-A6DE-4947E12D051B}" type="presOf" srcId="{633638D1-01E0-46DD-B3E6-4F5C5AC78899}" destId="{7235505E-4E94-4171-98D6-BDB13B36B07F}" srcOrd="0" destOrd="0" presId="urn:microsoft.com/office/officeart/2018/2/layout/IconCircleList"/>
    <dgm:cxn modelId="{6C6203F0-B965-4F47-A9EC-9714DE0D19A2}" srcId="{C30F371E-81E6-4284-89FF-8AEE712B2AB1}" destId="{F4C78E58-8645-44A8-BFE3-805215766820}" srcOrd="3" destOrd="0" parTransId="{C485538B-0E49-44C9-A38D-4FEE778C6D5D}" sibTransId="{5F718674-9634-4DF6-A9DF-D20DA41A6930}"/>
    <dgm:cxn modelId="{92BE64FB-F023-4ED3-A1D7-D47ED00BEC82}" type="presOf" srcId="{6B2FCD50-57F2-4069-8A2C-30DC1C2B305C}" destId="{D9BFE404-6D7B-4A3B-BFAD-92668E049C8C}" srcOrd="0" destOrd="0" presId="urn:microsoft.com/office/officeart/2018/2/layout/IconCircleList"/>
    <dgm:cxn modelId="{E90E0BFF-F620-423E-BE25-FE3AF9DB7D45}" srcId="{C30F371E-81E6-4284-89FF-8AEE712B2AB1}" destId="{DD65549D-9051-401F-8A23-1702C75E94A4}" srcOrd="2" destOrd="0" parTransId="{E041BCF2-4282-4FD4-A6E2-C6EB3AFF37E8}" sibTransId="{633638D1-01E0-46DD-B3E6-4F5C5AC78899}"/>
    <dgm:cxn modelId="{55D54128-2C7D-444C-A38E-75996000BD89}" type="presParOf" srcId="{7C31DC06-4ADB-4E8C-AF38-4BDE1A15B33C}" destId="{F72AFA8A-D6F6-4E28-B30D-F3E9E612B756}" srcOrd="0" destOrd="0" presId="urn:microsoft.com/office/officeart/2018/2/layout/IconCircleList"/>
    <dgm:cxn modelId="{843B9E75-8027-4996-A9ED-419666579B17}" type="presParOf" srcId="{F72AFA8A-D6F6-4E28-B30D-F3E9E612B756}" destId="{4F6EA7A4-1BF0-41A8-B071-F8716FE79B2E}" srcOrd="0" destOrd="0" presId="urn:microsoft.com/office/officeart/2018/2/layout/IconCircleList"/>
    <dgm:cxn modelId="{658F52E8-936D-413B-8F98-2F084F2B505B}" type="presParOf" srcId="{4F6EA7A4-1BF0-41A8-B071-F8716FE79B2E}" destId="{79AC9878-09A7-4E3B-8757-7681F0F5245F}" srcOrd="0" destOrd="0" presId="urn:microsoft.com/office/officeart/2018/2/layout/IconCircleList"/>
    <dgm:cxn modelId="{8A5201A1-9DF4-4B9D-AC46-B45648A8D2D8}" type="presParOf" srcId="{4F6EA7A4-1BF0-41A8-B071-F8716FE79B2E}" destId="{545A3903-62F7-45BA-AAD8-9B11A03FDDCE}" srcOrd="1" destOrd="0" presId="urn:microsoft.com/office/officeart/2018/2/layout/IconCircleList"/>
    <dgm:cxn modelId="{C54DCEC0-EBD8-4FF7-9164-396DF4B1BDDF}" type="presParOf" srcId="{4F6EA7A4-1BF0-41A8-B071-F8716FE79B2E}" destId="{E7F084CB-BB09-4C43-B663-D7885275BAF4}" srcOrd="2" destOrd="0" presId="urn:microsoft.com/office/officeart/2018/2/layout/IconCircleList"/>
    <dgm:cxn modelId="{A43F94AA-6B00-41BE-B2C5-3AE256ACBAF5}" type="presParOf" srcId="{4F6EA7A4-1BF0-41A8-B071-F8716FE79B2E}" destId="{98B619F3-D7A7-47B5-9AE3-5E62FA945AE4}" srcOrd="3" destOrd="0" presId="urn:microsoft.com/office/officeart/2018/2/layout/IconCircleList"/>
    <dgm:cxn modelId="{F526453D-C49A-44F9-B957-47C2E5B60F1F}" type="presParOf" srcId="{F72AFA8A-D6F6-4E28-B30D-F3E9E612B756}" destId="{5C452ED4-5050-42F9-8DC4-4F4EB6BE8EE3}" srcOrd="1" destOrd="0" presId="urn:microsoft.com/office/officeart/2018/2/layout/IconCircleList"/>
    <dgm:cxn modelId="{D99B4C96-00F4-44F9-B6F8-404DA7879A02}" type="presParOf" srcId="{F72AFA8A-D6F6-4E28-B30D-F3E9E612B756}" destId="{7494D909-F14C-47CD-B1F5-B17F3CAD3E96}" srcOrd="2" destOrd="0" presId="urn:microsoft.com/office/officeart/2018/2/layout/IconCircleList"/>
    <dgm:cxn modelId="{FCB55CB1-79A9-4A6F-BDE5-8650BF3271B4}" type="presParOf" srcId="{7494D909-F14C-47CD-B1F5-B17F3CAD3E96}" destId="{917A0FE2-6744-4A7F-976E-09B17C8C0899}" srcOrd="0" destOrd="0" presId="urn:microsoft.com/office/officeart/2018/2/layout/IconCircleList"/>
    <dgm:cxn modelId="{7DCB85FC-DD5B-4838-828C-F8B5D42A54B4}" type="presParOf" srcId="{7494D909-F14C-47CD-B1F5-B17F3CAD3E96}" destId="{56DB6BF5-38DB-43E8-9292-5B7609F71A81}" srcOrd="1" destOrd="0" presId="urn:microsoft.com/office/officeart/2018/2/layout/IconCircleList"/>
    <dgm:cxn modelId="{DC56D2B9-E70B-4800-A0DE-DC6A70544374}" type="presParOf" srcId="{7494D909-F14C-47CD-B1F5-B17F3CAD3E96}" destId="{0E14ED8C-DD4B-4339-886C-95247840F6B5}" srcOrd="2" destOrd="0" presId="urn:microsoft.com/office/officeart/2018/2/layout/IconCircleList"/>
    <dgm:cxn modelId="{739C3B78-893E-4E7E-8C25-058A505BE736}" type="presParOf" srcId="{7494D909-F14C-47CD-B1F5-B17F3CAD3E96}" destId="{B8EF1704-B463-4116-AD18-387949BFD011}" srcOrd="3" destOrd="0" presId="urn:microsoft.com/office/officeart/2018/2/layout/IconCircleList"/>
    <dgm:cxn modelId="{12BED551-AC2F-4530-9DE8-36A948107893}" type="presParOf" srcId="{F72AFA8A-D6F6-4E28-B30D-F3E9E612B756}" destId="{D9BFE404-6D7B-4A3B-BFAD-92668E049C8C}" srcOrd="3" destOrd="0" presId="urn:microsoft.com/office/officeart/2018/2/layout/IconCircleList"/>
    <dgm:cxn modelId="{53FEB96C-85D8-4D67-8FB5-96007C006E9E}" type="presParOf" srcId="{F72AFA8A-D6F6-4E28-B30D-F3E9E612B756}" destId="{34E79A76-D471-49C6-98FE-41E637379A8E}" srcOrd="4" destOrd="0" presId="urn:microsoft.com/office/officeart/2018/2/layout/IconCircleList"/>
    <dgm:cxn modelId="{D008EFF8-3646-407F-9560-23B4415D485E}" type="presParOf" srcId="{34E79A76-D471-49C6-98FE-41E637379A8E}" destId="{13B6F47D-C93C-4E43-BC13-AF2AA798AC8C}" srcOrd="0" destOrd="0" presId="urn:microsoft.com/office/officeart/2018/2/layout/IconCircleList"/>
    <dgm:cxn modelId="{70778B87-2088-428F-869F-BA482C3C0608}" type="presParOf" srcId="{34E79A76-D471-49C6-98FE-41E637379A8E}" destId="{5D839E6D-8B0F-4866-96D7-2C8CD9B13DE7}" srcOrd="1" destOrd="0" presId="urn:microsoft.com/office/officeart/2018/2/layout/IconCircleList"/>
    <dgm:cxn modelId="{ED23CE33-BC29-4B81-BC88-9D3C3D4E655F}" type="presParOf" srcId="{34E79A76-D471-49C6-98FE-41E637379A8E}" destId="{215A5AE8-C0C7-43C9-8A68-98358E26F8C2}" srcOrd="2" destOrd="0" presId="urn:microsoft.com/office/officeart/2018/2/layout/IconCircleList"/>
    <dgm:cxn modelId="{8CAB8A03-FB1B-43B5-B65B-D38598517C80}" type="presParOf" srcId="{34E79A76-D471-49C6-98FE-41E637379A8E}" destId="{9A1227FF-DEF2-4D53-BA01-8F91AF664B03}" srcOrd="3" destOrd="0" presId="urn:microsoft.com/office/officeart/2018/2/layout/IconCircleList"/>
    <dgm:cxn modelId="{D92EF49A-8384-4668-B5C5-84238D0344FD}" type="presParOf" srcId="{F72AFA8A-D6F6-4E28-B30D-F3E9E612B756}" destId="{7235505E-4E94-4171-98D6-BDB13B36B07F}" srcOrd="5" destOrd="0" presId="urn:microsoft.com/office/officeart/2018/2/layout/IconCircleList"/>
    <dgm:cxn modelId="{1355FB37-BB2E-47CA-930D-CA8C21296F85}" type="presParOf" srcId="{F72AFA8A-D6F6-4E28-B30D-F3E9E612B756}" destId="{EA517BC6-1947-4295-B2C5-B6477F178D87}" srcOrd="6" destOrd="0" presId="urn:microsoft.com/office/officeart/2018/2/layout/IconCircleList"/>
    <dgm:cxn modelId="{0B031260-A0AE-4A4A-BD2D-882326E33B63}" type="presParOf" srcId="{EA517BC6-1947-4295-B2C5-B6477F178D87}" destId="{8D69D883-1EE0-4B8D-A5B1-F1F66D21B448}" srcOrd="0" destOrd="0" presId="urn:microsoft.com/office/officeart/2018/2/layout/IconCircleList"/>
    <dgm:cxn modelId="{30914A59-CE4F-498F-9C23-F5D5F2F2CA5E}" type="presParOf" srcId="{EA517BC6-1947-4295-B2C5-B6477F178D87}" destId="{A11D9A5E-FB2D-49A2-8C7B-D0F47FE4311A}" srcOrd="1" destOrd="0" presId="urn:microsoft.com/office/officeart/2018/2/layout/IconCircleList"/>
    <dgm:cxn modelId="{FC8415F4-684E-461F-B999-42584622B92D}" type="presParOf" srcId="{EA517BC6-1947-4295-B2C5-B6477F178D87}" destId="{53D77074-5BD3-4E9C-8A92-7CA4FDE2ADB6}" srcOrd="2" destOrd="0" presId="urn:microsoft.com/office/officeart/2018/2/layout/IconCircleList"/>
    <dgm:cxn modelId="{35117D97-AC6B-42DA-B405-3C770D44AC33}" type="presParOf" srcId="{EA517BC6-1947-4295-B2C5-B6477F178D87}" destId="{10EE016C-EA81-4FCF-8FDA-6BF38EE5A969}" srcOrd="3" destOrd="0" presId="urn:microsoft.com/office/officeart/2018/2/layout/IconCircleList"/>
    <dgm:cxn modelId="{1A48C87A-6D8B-403E-9096-AF81899D2C4A}" type="presParOf" srcId="{F72AFA8A-D6F6-4E28-B30D-F3E9E612B756}" destId="{6D635D67-B0A5-45B2-88EA-F65712F87F45}" srcOrd="7" destOrd="0" presId="urn:microsoft.com/office/officeart/2018/2/layout/IconCircleList"/>
    <dgm:cxn modelId="{DD4D8334-42D4-4BFB-B69E-082795A77239}" type="presParOf" srcId="{F72AFA8A-D6F6-4E28-B30D-F3E9E612B756}" destId="{A1A6F0E4-7EB8-49D1-99FB-5EEB8852C6CE}" srcOrd="8" destOrd="0" presId="urn:microsoft.com/office/officeart/2018/2/layout/IconCircleList"/>
    <dgm:cxn modelId="{5F561F38-DA6D-4B6F-A90D-4EC8FA798083}" type="presParOf" srcId="{A1A6F0E4-7EB8-49D1-99FB-5EEB8852C6CE}" destId="{DBD6310D-42CC-42A3-86E5-D2487F023A0E}" srcOrd="0" destOrd="0" presId="urn:microsoft.com/office/officeart/2018/2/layout/IconCircleList"/>
    <dgm:cxn modelId="{522FF26F-003A-44A0-BCCD-0C18F810109A}" type="presParOf" srcId="{A1A6F0E4-7EB8-49D1-99FB-5EEB8852C6CE}" destId="{A5328872-B677-469E-97BD-2C8FF4CAFCB5}" srcOrd="1" destOrd="0" presId="urn:microsoft.com/office/officeart/2018/2/layout/IconCircleList"/>
    <dgm:cxn modelId="{18FA3160-B039-4F7F-9FF3-48EC129D4FE0}" type="presParOf" srcId="{A1A6F0E4-7EB8-49D1-99FB-5EEB8852C6CE}" destId="{680AB79A-DDBB-4187-9A56-2F3E51A777A7}" srcOrd="2" destOrd="0" presId="urn:microsoft.com/office/officeart/2018/2/layout/IconCircleList"/>
    <dgm:cxn modelId="{2C3439D9-F31A-4EBC-A8DB-E5479C01D261}" type="presParOf" srcId="{A1A6F0E4-7EB8-49D1-99FB-5EEB8852C6CE}" destId="{91DBCD77-0877-4EBF-A469-B566C63F3352}" srcOrd="3" destOrd="0" presId="urn:microsoft.com/office/officeart/2018/2/layout/IconCircleList"/>
    <dgm:cxn modelId="{18777F21-D22F-4614-91AA-61CC109DC0ED}" type="presParOf" srcId="{F72AFA8A-D6F6-4E28-B30D-F3E9E612B756}" destId="{28C353C8-2FB5-4D54-B0AC-90406E782B75}" srcOrd="9" destOrd="0" presId="urn:microsoft.com/office/officeart/2018/2/layout/IconCircleList"/>
    <dgm:cxn modelId="{2A1E69B3-7058-4766-8CF8-D7588DE645C1}" type="presParOf" srcId="{F72AFA8A-D6F6-4E28-B30D-F3E9E612B756}" destId="{E4179A86-7C50-4FB7-AB99-88B6C76E96D2}" srcOrd="10" destOrd="0" presId="urn:microsoft.com/office/officeart/2018/2/layout/IconCircleList"/>
    <dgm:cxn modelId="{DE164F36-BCE1-4DED-88CE-94837DB234AC}" type="presParOf" srcId="{E4179A86-7C50-4FB7-AB99-88B6C76E96D2}" destId="{73F5364B-CA98-4235-B044-B9627545FD45}" srcOrd="0" destOrd="0" presId="urn:microsoft.com/office/officeart/2018/2/layout/IconCircleList"/>
    <dgm:cxn modelId="{ADB8A917-E514-423A-B830-9594EA1C7C7E}" type="presParOf" srcId="{E4179A86-7C50-4FB7-AB99-88B6C76E96D2}" destId="{3D866644-977D-4A9A-A9C0-48845FD6FCBE}" srcOrd="1" destOrd="0" presId="urn:microsoft.com/office/officeart/2018/2/layout/IconCircleList"/>
    <dgm:cxn modelId="{6AD2902D-05DE-4A86-A669-E1D5AFAE6B1F}" type="presParOf" srcId="{E4179A86-7C50-4FB7-AB99-88B6C76E96D2}" destId="{7822347A-0607-4E26-A03E-507FAD3CA9E3}" srcOrd="2" destOrd="0" presId="urn:microsoft.com/office/officeart/2018/2/layout/IconCircleList"/>
    <dgm:cxn modelId="{3A5EEE9A-2F3A-4F32-9DE5-B9FA64E66EAD}" type="presParOf" srcId="{E4179A86-7C50-4FB7-AB99-88B6C76E96D2}" destId="{4E42A58C-5EF0-4706-81D6-D7456A077C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AC4AFD-9DB4-4805-995B-F6BCE9B137D0}" type="doc">
      <dgm:prSet loTypeId="urn:microsoft.com/office/officeart/2005/8/layout/process5" loCatId="process" qsTypeId="urn:microsoft.com/office/officeart/2005/8/quickstyle/simple1#27" qsCatId="simple" csTypeId="urn:microsoft.com/office/officeart/2005/8/colors/accent1_2#14" csCatId="accent1"/>
      <dgm:spPr/>
      <dgm:t>
        <a:bodyPr/>
        <a:lstStyle/>
        <a:p>
          <a:endParaRPr lang="en-US"/>
        </a:p>
      </dgm:t>
    </dgm:pt>
    <dgm:pt modelId="{2E907578-2598-4943-8F3F-83FBE99C74A3}">
      <dgm:prSet/>
      <dgm:spPr/>
      <dgm:t>
        <a:bodyPr/>
        <a:lstStyle/>
        <a:p>
          <a:r>
            <a:rPr lang="en-US"/>
            <a:t>Disease distribution was examined using class counts.</a:t>
          </a:r>
        </a:p>
      </dgm:t>
    </dgm:pt>
    <dgm:pt modelId="{15201FF6-DACE-4FB1-A3A6-207139FC2F1C}" type="parTrans" cxnId="{FCA9A54E-2849-4E37-ABF5-0F8AB7E006FD}">
      <dgm:prSet/>
      <dgm:spPr/>
      <dgm:t>
        <a:bodyPr/>
        <a:lstStyle/>
        <a:p>
          <a:endParaRPr lang="en-US"/>
        </a:p>
      </dgm:t>
    </dgm:pt>
    <dgm:pt modelId="{9C745FD3-AA8B-4CC8-85C4-346738328ED6}" type="sibTrans" cxnId="{FCA9A54E-2849-4E37-ABF5-0F8AB7E006FD}">
      <dgm:prSet/>
      <dgm:spPr/>
      <dgm:t>
        <a:bodyPr/>
        <a:lstStyle/>
        <a:p>
          <a:endParaRPr lang="en-US"/>
        </a:p>
      </dgm:t>
    </dgm:pt>
    <dgm:pt modelId="{3CA86E00-110E-4F76-80A3-C9398D6E7F4F}">
      <dgm:prSet/>
      <dgm:spPr/>
      <dgm:t>
        <a:bodyPr/>
        <a:lstStyle/>
        <a:p>
          <a:r>
            <a:rPr lang="en-US"/>
            <a:t>Age, gender, cholesterol, glucose, physical activity, smoking and alcohol were compared with disease status.</a:t>
          </a:r>
        </a:p>
      </dgm:t>
    </dgm:pt>
    <dgm:pt modelId="{CC5F5519-F656-4FE1-991A-1B1562179F2D}" type="parTrans" cxnId="{A5A55CFB-EF82-48D6-BD15-C61F4FE2FE81}">
      <dgm:prSet/>
      <dgm:spPr/>
      <dgm:t>
        <a:bodyPr/>
        <a:lstStyle/>
        <a:p>
          <a:endParaRPr lang="en-US"/>
        </a:p>
      </dgm:t>
    </dgm:pt>
    <dgm:pt modelId="{8C8ADB8E-67B1-41A6-A1A0-6B68CE7E307A}" type="sibTrans" cxnId="{A5A55CFB-EF82-48D6-BD15-C61F4FE2FE81}">
      <dgm:prSet/>
      <dgm:spPr/>
      <dgm:t>
        <a:bodyPr/>
        <a:lstStyle/>
        <a:p>
          <a:endParaRPr lang="en-US"/>
        </a:p>
      </dgm:t>
    </dgm:pt>
    <dgm:pt modelId="{04E1842B-EEF0-4548-BDAD-0C43F1BF9737}">
      <dgm:prSet/>
      <dgm:spPr/>
      <dgm:t>
        <a:bodyPr/>
        <a:lstStyle/>
        <a:p>
          <a:r>
            <a:rPr lang="en-US"/>
            <a:t>Boxplots showed higher central blood-pressure values for the disease group.</a:t>
          </a:r>
        </a:p>
      </dgm:t>
    </dgm:pt>
    <dgm:pt modelId="{420432C8-0290-42B7-8D88-42ED5234C090}" type="parTrans" cxnId="{416B48D2-ED7F-436C-A296-C0026D6B49BD}">
      <dgm:prSet/>
      <dgm:spPr/>
      <dgm:t>
        <a:bodyPr/>
        <a:lstStyle/>
        <a:p>
          <a:endParaRPr lang="en-US"/>
        </a:p>
      </dgm:t>
    </dgm:pt>
    <dgm:pt modelId="{EED22673-963B-4843-92F6-5A796633C3BE}" type="sibTrans" cxnId="{416B48D2-ED7F-436C-A296-C0026D6B49BD}">
      <dgm:prSet/>
      <dgm:spPr/>
      <dgm:t>
        <a:bodyPr/>
        <a:lstStyle/>
        <a:p>
          <a:endParaRPr lang="en-US"/>
        </a:p>
      </dgm:t>
    </dgm:pt>
    <dgm:pt modelId="{3CB2855A-0AE9-4660-AEE1-41F8A92CD43C}">
      <dgm:prSet/>
      <dgm:spPr/>
      <dgm:t>
        <a:bodyPr/>
        <a:lstStyle/>
        <a:p>
          <a:r>
            <a:rPr lang="en-US"/>
            <a:t>Correlation heatmap: weight–BMI ≈ 0.76 and systolic–diastolic BP ≈ 0.73.</a:t>
          </a:r>
        </a:p>
      </dgm:t>
    </dgm:pt>
    <dgm:pt modelId="{0FACC678-6CD7-430B-810A-0AE7E3FB74B4}" type="parTrans" cxnId="{88D63A48-DFAE-42F2-A8B9-CB0550D6E4FE}">
      <dgm:prSet/>
      <dgm:spPr/>
      <dgm:t>
        <a:bodyPr/>
        <a:lstStyle/>
        <a:p>
          <a:endParaRPr lang="en-US"/>
        </a:p>
      </dgm:t>
    </dgm:pt>
    <dgm:pt modelId="{8CF5BE9E-1764-4C81-8C8E-95073132F090}" type="sibTrans" cxnId="{88D63A48-DFAE-42F2-A8B9-CB0550D6E4FE}">
      <dgm:prSet/>
      <dgm:spPr/>
      <dgm:t>
        <a:bodyPr/>
        <a:lstStyle/>
        <a:p>
          <a:endParaRPr lang="en-US"/>
        </a:p>
      </dgm:t>
    </dgm:pt>
    <dgm:pt modelId="{95F18351-C4A2-4CC3-B6F5-CF0A6FC43788}">
      <dgm:prSet/>
      <dgm:spPr/>
      <dgm:t>
        <a:bodyPr/>
        <a:lstStyle/>
        <a:p>
          <a:r>
            <a:rPr lang="en-US"/>
            <a:t>Target correlations included systolic BP ≈ 0.43 and BMI ≈ 0.16.</a:t>
          </a:r>
        </a:p>
      </dgm:t>
    </dgm:pt>
    <dgm:pt modelId="{2776F543-6ECD-43C2-88BD-48E99BF77CE0}" type="parTrans" cxnId="{FA4F3E60-33B7-4FE0-B997-2132236DDD99}">
      <dgm:prSet/>
      <dgm:spPr/>
      <dgm:t>
        <a:bodyPr/>
        <a:lstStyle/>
        <a:p>
          <a:endParaRPr lang="en-US"/>
        </a:p>
      </dgm:t>
    </dgm:pt>
    <dgm:pt modelId="{88828C0B-57C0-44FE-A5ED-F84BD6E23A58}" type="sibTrans" cxnId="{FA4F3E60-33B7-4FE0-B997-2132236DDD99}">
      <dgm:prSet/>
      <dgm:spPr/>
      <dgm:t>
        <a:bodyPr/>
        <a:lstStyle/>
        <a:p>
          <a:endParaRPr lang="en-US"/>
        </a:p>
      </dgm:t>
    </dgm:pt>
    <dgm:pt modelId="{F1482EDE-8C7A-4189-8374-C26AF7B3C45F}" type="pres">
      <dgm:prSet presAssocID="{FBAC4AFD-9DB4-4805-995B-F6BCE9B137D0}" presName="diagram" presStyleCnt="0">
        <dgm:presLayoutVars>
          <dgm:dir/>
          <dgm:resizeHandles val="exact"/>
        </dgm:presLayoutVars>
      </dgm:prSet>
      <dgm:spPr/>
    </dgm:pt>
    <dgm:pt modelId="{ECB01CF4-D84B-43C4-BBC4-D07719330A0C}" type="pres">
      <dgm:prSet presAssocID="{2E907578-2598-4943-8F3F-83FBE99C74A3}" presName="node" presStyleLbl="node1" presStyleIdx="0" presStyleCnt="5">
        <dgm:presLayoutVars>
          <dgm:bulletEnabled val="1"/>
        </dgm:presLayoutVars>
      </dgm:prSet>
      <dgm:spPr/>
    </dgm:pt>
    <dgm:pt modelId="{6546E335-D52B-4D66-B6FE-5D64BD1D2E04}" type="pres">
      <dgm:prSet presAssocID="{9C745FD3-AA8B-4CC8-85C4-346738328ED6}" presName="sibTrans" presStyleLbl="sibTrans2D1" presStyleIdx="0" presStyleCnt="4"/>
      <dgm:spPr/>
    </dgm:pt>
    <dgm:pt modelId="{D2E278EE-FFFD-4FEB-B73D-9AD969CE0493}" type="pres">
      <dgm:prSet presAssocID="{9C745FD3-AA8B-4CC8-85C4-346738328ED6}" presName="connectorText" presStyleLbl="sibTrans2D1" presStyleIdx="0" presStyleCnt="4"/>
      <dgm:spPr/>
    </dgm:pt>
    <dgm:pt modelId="{FA68E849-64F4-4197-8F7B-86D2B6C3C07D}" type="pres">
      <dgm:prSet presAssocID="{3CA86E00-110E-4F76-80A3-C9398D6E7F4F}" presName="node" presStyleLbl="node1" presStyleIdx="1" presStyleCnt="5">
        <dgm:presLayoutVars>
          <dgm:bulletEnabled val="1"/>
        </dgm:presLayoutVars>
      </dgm:prSet>
      <dgm:spPr/>
    </dgm:pt>
    <dgm:pt modelId="{0FF88BE6-5A21-4FF0-A102-0475451B35F9}" type="pres">
      <dgm:prSet presAssocID="{8C8ADB8E-67B1-41A6-A1A0-6B68CE7E307A}" presName="sibTrans" presStyleLbl="sibTrans2D1" presStyleIdx="1" presStyleCnt="4"/>
      <dgm:spPr/>
    </dgm:pt>
    <dgm:pt modelId="{F4680EE8-5C59-401F-9DF4-5D0487A8064D}" type="pres">
      <dgm:prSet presAssocID="{8C8ADB8E-67B1-41A6-A1A0-6B68CE7E307A}" presName="connectorText" presStyleLbl="sibTrans2D1" presStyleIdx="1" presStyleCnt="4"/>
      <dgm:spPr/>
    </dgm:pt>
    <dgm:pt modelId="{F0395BD0-93B6-4299-A682-1C387CDE773B}" type="pres">
      <dgm:prSet presAssocID="{04E1842B-EEF0-4548-BDAD-0C43F1BF9737}" presName="node" presStyleLbl="node1" presStyleIdx="2" presStyleCnt="5">
        <dgm:presLayoutVars>
          <dgm:bulletEnabled val="1"/>
        </dgm:presLayoutVars>
      </dgm:prSet>
      <dgm:spPr/>
    </dgm:pt>
    <dgm:pt modelId="{09944B1F-4CCA-4682-89B2-C7B3CDEDC256}" type="pres">
      <dgm:prSet presAssocID="{EED22673-963B-4843-92F6-5A796633C3BE}" presName="sibTrans" presStyleLbl="sibTrans2D1" presStyleIdx="2" presStyleCnt="4"/>
      <dgm:spPr/>
    </dgm:pt>
    <dgm:pt modelId="{3C07775D-3071-4824-A2BE-11777CC95A37}" type="pres">
      <dgm:prSet presAssocID="{EED22673-963B-4843-92F6-5A796633C3BE}" presName="connectorText" presStyleLbl="sibTrans2D1" presStyleIdx="2" presStyleCnt="4"/>
      <dgm:spPr/>
    </dgm:pt>
    <dgm:pt modelId="{40EFF66E-6ECC-4B15-B96B-B5889735F0A4}" type="pres">
      <dgm:prSet presAssocID="{3CB2855A-0AE9-4660-AEE1-41F8A92CD43C}" presName="node" presStyleLbl="node1" presStyleIdx="3" presStyleCnt="5">
        <dgm:presLayoutVars>
          <dgm:bulletEnabled val="1"/>
        </dgm:presLayoutVars>
      </dgm:prSet>
      <dgm:spPr/>
    </dgm:pt>
    <dgm:pt modelId="{6CB9FBBE-CA8F-4753-8913-976C2253019B}" type="pres">
      <dgm:prSet presAssocID="{8CF5BE9E-1764-4C81-8C8E-95073132F090}" presName="sibTrans" presStyleLbl="sibTrans2D1" presStyleIdx="3" presStyleCnt="4"/>
      <dgm:spPr/>
    </dgm:pt>
    <dgm:pt modelId="{F152C164-FE03-444D-91EF-08628E8B08E9}" type="pres">
      <dgm:prSet presAssocID="{8CF5BE9E-1764-4C81-8C8E-95073132F090}" presName="connectorText" presStyleLbl="sibTrans2D1" presStyleIdx="3" presStyleCnt="4"/>
      <dgm:spPr/>
    </dgm:pt>
    <dgm:pt modelId="{1A67A256-D32E-4F69-B4FB-7494180D82EB}" type="pres">
      <dgm:prSet presAssocID="{95F18351-C4A2-4CC3-B6F5-CF0A6FC43788}" presName="node" presStyleLbl="node1" presStyleIdx="4" presStyleCnt="5">
        <dgm:presLayoutVars>
          <dgm:bulletEnabled val="1"/>
        </dgm:presLayoutVars>
      </dgm:prSet>
      <dgm:spPr/>
    </dgm:pt>
  </dgm:ptLst>
  <dgm:cxnLst>
    <dgm:cxn modelId="{387CDF1B-8CEE-4A59-8EC4-5DD35355AE3F}" type="presOf" srcId="{9C745FD3-AA8B-4CC8-85C4-346738328ED6}" destId="{D2E278EE-FFFD-4FEB-B73D-9AD969CE0493}" srcOrd="1" destOrd="0" presId="urn:microsoft.com/office/officeart/2005/8/layout/process5"/>
    <dgm:cxn modelId="{80766822-B6D5-47EC-8297-50E25DE795BB}" type="presOf" srcId="{8C8ADB8E-67B1-41A6-A1A0-6B68CE7E307A}" destId="{F4680EE8-5C59-401F-9DF4-5D0487A8064D}" srcOrd="1" destOrd="0" presId="urn:microsoft.com/office/officeart/2005/8/layout/process5"/>
    <dgm:cxn modelId="{FA4F3E60-33B7-4FE0-B997-2132236DDD99}" srcId="{FBAC4AFD-9DB4-4805-995B-F6BCE9B137D0}" destId="{95F18351-C4A2-4CC3-B6F5-CF0A6FC43788}" srcOrd="4" destOrd="0" parTransId="{2776F543-6ECD-43C2-88BD-48E99BF77CE0}" sibTransId="{88828C0B-57C0-44FE-A5ED-F84BD6E23A58}"/>
    <dgm:cxn modelId="{88D63A48-DFAE-42F2-A8B9-CB0550D6E4FE}" srcId="{FBAC4AFD-9DB4-4805-995B-F6BCE9B137D0}" destId="{3CB2855A-0AE9-4660-AEE1-41F8A92CD43C}" srcOrd="3" destOrd="0" parTransId="{0FACC678-6CD7-430B-810A-0AE7E3FB74B4}" sibTransId="{8CF5BE9E-1764-4C81-8C8E-95073132F090}"/>
    <dgm:cxn modelId="{FCA9A54E-2849-4E37-ABF5-0F8AB7E006FD}" srcId="{FBAC4AFD-9DB4-4805-995B-F6BCE9B137D0}" destId="{2E907578-2598-4943-8F3F-83FBE99C74A3}" srcOrd="0" destOrd="0" parTransId="{15201FF6-DACE-4FB1-A3A6-207139FC2F1C}" sibTransId="{9C745FD3-AA8B-4CC8-85C4-346738328ED6}"/>
    <dgm:cxn modelId="{4DA9AE6E-6300-4A4E-95E4-60D415DA14C1}" type="presOf" srcId="{95F18351-C4A2-4CC3-B6F5-CF0A6FC43788}" destId="{1A67A256-D32E-4F69-B4FB-7494180D82EB}" srcOrd="0" destOrd="0" presId="urn:microsoft.com/office/officeart/2005/8/layout/process5"/>
    <dgm:cxn modelId="{5DEB4C6F-0816-4B05-9075-F6C545A8BAE2}" type="presOf" srcId="{2E907578-2598-4943-8F3F-83FBE99C74A3}" destId="{ECB01CF4-D84B-43C4-BBC4-D07719330A0C}" srcOrd="0" destOrd="0" presId="urn:microsoft.com/office/officeart/2005/8/layout/process5"/>
    <dgm:cxn modelId="{3B6BA655-0AAF-4E15-9316-75FE23215A0B}" type="presOf" srcId="{EED22673-963B-4843-92F6-5A796633C3BE}" destId="{3C07775D-3071-4824-A2BE-11777CC95A37}" srcOrd="1" destOrd="0" presId="urn:microsoft.com/office/officeart/2005/8/layout/process5"/>
    <dgm:cxn modelId="{E7C6B578-DA89-4A01-9885-83E5CACE358D}" type="presOf" srcId="{8CF5BE9E-1764-4C81-8C8E-95073132F090}" destId="{6CB9FBBE-CA8F-4753-8913-976C2253019B}" srcOrd="0" destOrd="0" presId="urn:microsoft.com/office/officeart/2005/8/layout/process5"/>
    <dgm:cxn modelId="{85CD1B9E-CCB6-46B5-8DC8-17A80B2B204C}" type="presOf" srcId="{FBAC4AFD-9DB4-4805-995B-F6BCE9B137D0}" destId="{F1482EDE-8C7A-4189-8374-C26AF7B3C45F}" srcOrd="0" destOrd="0" presId="urn:microsoft.com/office/officeart/2005/8/layout/process5"/>
    <dgm:cxn modelId="{EE5ECFC5-1C7B-4E5C-8367-0F04F178065A}" type="presOf" srcId="{3CB2855A-0AE9-4660-AEE1-41F8A92CD43C}" destId="{40EFF66E-6ECC-4B15-B96B-B5889735F0A4}" srcOrd="0" destOrd="0" presId="urn:microsoft.com/office/officeart/2005/8/layout/process5"/>
    <dgm:cxn modelId="{6519A9CA-7098-47DB-83A8-62C4D704DBF6}" type="presOf" srcId="{8CF5BE9E-1764-4C81-8C8E-95073132F090}" destId="{F152C164-FE03-444D-91EF-08628E8B08E9}" srcOrd="1" destOrd="0" presId="urn:microsoft.com/office/officeart/2005/8/layout/process5"/>
    <dgm:cxn modelId="{E03D53CC-544B-4086-9C14-4C228FF5B898}" type="presOf" srcId="{9C745FD3-AA8B-4CC8-85C4-346738328ED6}" destId="{6546E335-D52B-4D66-B6FE-5D64BD1D2E04}" srcOrd="0" destOrd="0" presId="urn:microsoft.com/office/officeart/2005/8/layout/process5"/>
    <dgm:cxn modelId="{BDB954CE-2505-4FC0-AC85-1C214762CA47}" type="presOf" srcId="{EED22673-963B-4843-92F6-5A796633C3BE}" destId="{09944B1F-4CCA-4682-89B2-C7B3CDEDC256}" srcOrd="0" destOrd="0" presId="urn:microsoft.com/office/officeart/2005/8/layout/process5"/>
    <dgm:cxn modelId="{101F20D0-A795-41D3-B2D0-1FF94B89E1B1}" type="presOf" srcId="{8C8ADB8E-67B1-41A6-A1A0-6B68CE7E307A}" destId="{0FF88BE6-5A21-4FF0-A102-0475451B35F9}" srcOrd="0" destOrd="0" presId="urn:microsoft.com/office/officeart/2005/8/layout/process5"/>
    <dgm:cxn modelId="{416B48D2-ED7F-436C-A296-C0026D6B49BD}" srcId="{FBAC4AFD-9DB4-4805-995B-F6BCE9B137D0}" destId="{04E1842B-EEF0-4548-BDAD-0C43F1BF9737}" srcOrd="2" destOrd="0" parTransId="{420432C8-0290-42B7-8D88-42ED5234C090}" sibTransId="{EED22673-963B-4843-92F6-5A796633C3BE}"/>
    <dgm:cxn modelId="{A7D4FCF2-D155-42A7-8D54-6390C2333942}" type="presOf" srcId="{3CA86E00-110E-4F76-80A3-C9398D6E7F4F}" destId="{FA68E849-64F4-4197-8F7B-86D2B6C3C07D}" srcOrd="0" destOrd="0" presId="urn:microsoft.com/office/officeart/2005/8/layout/process5"/>
    <dgm:cxn modelId="{A5A55CFB-EF82-48D6-BD15-C61F4FE2FE81}" srcId="{FBAC4AFD-9DB4-4805-995B-F6BCE9B137D0}" destId="{3CA86E00-110E-4F76-80A3-C9398D6E7F4F}" srcOrd="1" destOrd="0" parTransId="{CC5F5519-F656-4FE1-991A-1B1562179F2D}" sibTransId="{8C8ADB8E-67B1-41A6-A1A0-6B68CE7E307A}"/>
    <dgm:cxn modelId="{9C4119FD-A5AF-4366-96A3-A21FE1ABB302}" type="presOf" srcId="{04E1842B-EEF0-4548-BDAD-0C43F1BF9737}" destId="{F0395BD0-93B6-4299-A682-1C387CDE773B}" srcOrd="0" destOrd="0" presId="urn:microsoft.com/office/officeart/2005/8/layout/process5"/>
    <dgm:cxn modelId="{E02AA198-2792-4EEC-B0F9-34D7BF868179}" type="presParOf" srcId="{F1482EDE-8C7A-4189-8374-C26AF7B3C45F}" destId="{ECB01CF4-D84B-43C4-BBC4-D07719330A0C}" srcOrd="0" destOrd="0" presId="urn:microsoft.com/office/officeart/2005/8/layout/process5"/>
    <dgm:cxn modelId="{FA8100D0-AE12-4C75-9C3B-B03D6ADEF1CC}" type="presParOf" srcId="{F1482EDE-8C7A-4189-8374-C26AF7B3C45F}" destId="{6546E335-D52B-4D66-B6FE-5D64BD1D2E04}" srcOrd="1" destOrd="0" presId="urn:microsoft.com/office/officeart/2005/8/layout/process5"/>
    <dgm:cxn modelId="{CF4AD950-0AE2-468B-9E1D-1CB2E1AB3207}" type="presParOf" srcId="{6546E335-D52B-4D66-B6FE-5D64BD1D2E04}" destId="{D2E278EE-FFFD-4FEB-B73D-9AD969CE0493}" srcOrd="0" destOrd="0" presId="urn:microsoft.com/office/officeart/2005/8/layout/process5"/>
    <dgm:cxn modelId="{43B6AC44-8D2A-47CC-8154-0F015F974737}" type="presParOf" srcId="{F1482EDE-8C7A-4189-8374-C26AF7B3C45F}" destId="{FA68E849-64F4-4197-8F7B-86D2B6C3C07D}" srcOrd="2" destOrd="0" presId="urn:microsoft.com/office/officeart/2005/8/layout/process5"/>
    <dgm:cxn modelId="{29952B32-D270-4B16-AF3F-0A22F763C113}" type="presParOf" srcId="{F1482EDE-8C7A-4189-8374-C26AF7B3C45F}" destId="{0FF88BE6-5A21-4FF0-A102-0475451B35F9}" srcOrd="3" destOrd="0" presId="urn:microsoft.com/office/officeart/2005/8/layout/process5"/>
    <dgm:cxn modelId="{4EBE90BF-4968-4F15-862B-A8FDD50001C1}" type="presParOf" srcId="{0FF88BE6-5A21-4FF0-A102-0475451B35F9}" destId="{F4680EE8-5C59-401F-9DF4-5D0487A8064D}" srcOrd="0" destOrd="0" presId="urn:microsoft.com/office/officeart/2005/8/layout/process5"/>
    <dgm:cxn modelId="{00688402-ADEF-4004-9214-DEAFF8AA36AB}" type="presParOf" srcId="{F1482EDE-8C7A-4189-8374-C26AF7B3C45F}" destId="{F0395BD0-93B6-4299-A682-1C387CDE773B}" srcOrd="4" destOrd="0" presId="urn:microsoft.com/office/officeart/2005/8/layout/process5"/>
    <dgm:cxn modelId="{747E31EE-4051-4470-9D10-F61A188B80AD}" type="presParOf" srcId="{F1482EDE-8C7A-4189-8374-C26AF7B3C45F}" destId="{09944B1F-4CCA-4682-89B2-C7B3CDEDC256}" srcOrd="5" destOrd="0" presId="urn:microsoft.com/office/officeart/2005/8/layout/process5"/>
    <dgm:cxn modelId="{430182B7-EDE1-4FDD-B2AA-3CEC87F8C176}" type="presParOf" srcId="{09944B1F-4CCA-4682-89B2-C7B3CDEDC256}" destId="{3C07775D-3071-4824-A2BE-11777CC95A37}" srcOrd="0" destOrd="0" presId="urn:microsoft.com/office/officeart/2005/8/layout/process5"/>
    <dgm:cxn modelId="{57C34D56-52D1-44F5-9766-8418C5913641}" type="presParOf" srcId="{F1482EDE-8C7A-4189-8374-C26AF7B3C45F}" destId="{40EFF66E-6ECC-4B15-B96B-B5889735F0A4}" srcOrd="6" destOrd="0" presId="urn:microsoft.com/office/officeart/2005/8/layout/process5"/>
    <dgm:cxn modelId="{D1400907-DFA8-4047-AD91-31FF9B113DEF}" type="presParOf" srcId="{F1482EDE-8C7A-4189-8374-C26AF7B3C45F}" destId="{6CB9FBBE-CA8F-4753-8913-976C2253019B}" srcOrd="7" destOrd="0" presId="urn:microsoft.com/office/officeart/2005/8/layout/process5"/>
    <dgm:cxn modelId="{9D8DBC43-4F87-4DA6-8BCA-F7F1DDE90644}" type="presParOf" srcId="{6CB9FBBE-CA8F-4753-8913-976C2253019B}" destId="{F152C164-FE03-444D-91EF-08628E8B08E9}" srcOrd="0" destOrd="0" presId="urn:microsoft.com/office/officeart/2005/8/layout/process5"/>
    <dgm:cxn modelId="{015A8E0E-2B4F-4C28-BDCB-0F501A49D15D}" type="presParOf" srcId="{F1482EDE-8C7A-4189-8374-C26AF7B3C45F}" destId="{1A67A256-D32E-4F69-B4FB-7494180D82EB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14D20C-42D7-4FB5-947E-1496B2C03078}" type="doc">
      <dgm:prSet loTypeId="urn:microsoft.com/office/officeart/2018/2/layout/IconVerticalSolidList" loCatId="icon" qsTypeId="urn:microsoft.com/office/officeart/2005/8/quickstyle/simple1#3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AD57C5-B8D9-42F7-B151-5376F969AE2D}">
      <dgm:prSet/>
      <dgm:spPr/>
      <dgm:t>
        <a:bodyPr/>
        <a:lstStyle/>
        <a:p>
          <a:r>
            <a:rPr lang="en-US"/>
            <a:t>Algorithm: Decision Tree Classifier</a:t>
          </a:r>
        </a:p>
      </dgm:t>
    </dgm:pt>
    <dgm:pt modelId="{606FBE41-637C-4418-B357-6E174EF885EA}" type="parTrans" cxnId="{88837FD1-528B-4A14-B248-C6A8526E2FCC}">
      <dgm:prSet/>
      <dgm:spPr/>
      <dgm:t>
        <a:bodyPr/>
        <a:lstStyle/>
        <a:p>
          <a:endParaRPr lang="en-US"/>
        </a:p>
      </dgm:t>
    </dgm:pt>
    <dgm:pt modelId="{F7AE4009-7C0E-48C9-9779-2C1FF1283890}" type="sibTrans" cxnId="{88837FD1-528B-4A14-B248-C6A8526E2FCC}">
      <dgm:prSet/>
      <dgm:spPr/>
      <dgm:t>
        <a:bodyPr/>
        <a:lstStyle/>
        <a:p>
          <a:endParaRPr lang="en-US"/>
        </a:p>
      </dgm:t>
    </dgm:pt>
    <dgm:pt modelId="{7E7866A0-7E91-4E3B-A0E2-BB5B7DFD7C1F}">
      <dgm:prSet/>
      <dgm:spPr/>
      <dgm:t>
        <a:bodyPr/>
        <a:lstStyle/>
        <a:p>
          <a:r>
            <a:rPr lang="en-US"/>
            <a:t>Maximum depth: 5</a:t>
          </a:r>
        </a:p>
      </dgm:t>
    </dgm:pt>
    <dgm:pt modelId="{29242F06-D68E-40D5-8042-87CEDBEBBEE3}" type="parTrans" cxnId="{1BFA5D3F-DC52-4530-BD35-28F6E2E3BD1B}">
      <dgm:prSet/>
      <dgm:spPr/>
      <dgm:t>
        <a:bodyPr/>
        <a:lstStyle/>
        <a:p>
          <a:endParaRPr lang="en-US"/>
        </a:p>
      </dgm:t>
    </dgm:pt>
    <dgm:pt modelId="{B9334C47-0174-4F72-9A37-03733D425192}" type="sibTrans" cxnId="{1BFA5D3F-DC52-4530-BD35-28F6E2E3BD1B}">
      <dgm:prSet/>
      <dgm:spPr/>
      <dgm:t>
        <a:bodyPr/>
        <a:lstStyle/>
        <a:p>
          <a:endParaRPr lang="en-US"/>
        </a:p>
      </dgm:t>
    </dgm:pt>
    <dgm:pt modelId="{CD6C90F6-632E-4F4C-B9A9-72E48616A85A}">
      <dgm:prSet/>
      <dgm:spPr/>
      <dgm:t>
        <a:bodyPr/>
        <a:lstStyle/>
        <a:p>
          <a:r>
            <a:rPr lang="en-US"/>
            <a:t>Random state: 42</a:t>
          </a:r>
        </a:p>
      </dgm:t>
    </dgm:pt>
    <dgm:pt modelId="{ED0CDBAE-72CC-4F02-9634-50B46C11B00F}" type="parTrans" cxnId="{7B9AEEEF-2125-4B58-9441-AD26D7B4BC14}">
      <dgm:prSet/>
      <dgm:spPr/>
      <dgm:t>
        <a:bodyPr/>
        <a:lstStyle/>
        <a:p>
          <a:endParaRPr lang="en-US"/>
        </a:p>
      </dgm:t>
    </dgm:pt>
    <dgm:pt modelId="{B55ADCEF-7CED-47CE-AFC4-101FABAFAD7B}" type="sibTrans" cxnId="{7B9AEEEF-2125-4B58-9441-AD26D7B4BC14}">
      <dgm:prSet/>
      <dgm:spPr/>
      <dgm:t>
        <a:bodyPr/>
        <a:lstStyle/>
        <a:p>
          <a:endParaRPr lang="en-US"/>
        </a:p>
      </dgm:t>
    </dgm:pt>
    <dgm:pt modelId="{986D3283-8627-4470-B0BA-4A54F928AF08}">
      <dgm:prSet/>
      <dgm:spPr/>
      <dgm:t>
        <a:bodyPr/>
        <a:lstStyle/>
        <a:p>
          <a:r>
            <a:rPr lang="en-US"/>
            <a:t>Final test accuracy: 72.78%</a:t>
          </a:r>
        </a:p>
      </dgm:t>
    </dgm:pt>
    <dgm:pt modelId="{46A4C844-8E2C-472C-BA85-1DFAA2FB3FCF}" type="parTrans" cxnId="{E2B975CF-3F7B-4706-84E9-9F1410DAE704}">
      <dgm:prSet/>
      <dgm:spPr/>
      <dgm:t>
        <a:bodyPr/>
        <a:lstStyle/>
        <a:p>
          <a:endParaRPr lang="en-US"/>
        </a:p>
      </dgm:t>
    </dgm:pt>
    <dgm:pt modelId="{65D99B71-C6FB-469A-8E2F-FA2C7269DA62}" type="sibTrans" cxnId="{E2B975CF-3F7B-4706-84E9-9F1410DAE704}">
      <dgm:prSet/>
      <dgm:spPr/>
      <dgm:t>
        <a:bodyPr/>
        <a:lstStyle/>
        <a:p>
          <a:endParaRPr lang="en-US"/>
        </a:p>
      </dgm:t>
    </dgm:pt>
    <dgm:pt modelId="{2B86F04B-C513-4F85-ABC5-5E016621233C}">
      <dgm:prSet/>
      <dgm:spPr/>
      <dgm:t>
        <a:bodyPr/>
        <a:lstStyle/>
        <a:p>
          <a:r>
            <a:rPr lang="en-US"/>
            <a:t>Saved model: Output/final_decision_tree_model.pkl</a:t>
          </a:r>
        </a:p>
      </dgm:t>
    </dgm:pt>
    <dgm:pt modelId="{1BF9B048-AE37-4B3C-BEA5-8A5411377172}" type="parTrans" cxnId="{6A666779-EC37-4B9A-9031-2F94CDADEA45}">
      <dgm:prSet/>
      <dgm:spPr/>
      <dgm:t>
        <a:bodyPr/>
        <a:lstStyle/>
        <a:p>
          <a:endParaRPr lang="en-US"/>
        </a:p>
      </dgm:t>
    </dgm:pt>
    <dgm:pt modelId="{7F8B354A-2FAC-49BE-86E9-9B709F390DF4}" type="sibTrans" cxnId="{6A666779-EC37-4B9A-9031-2F94CDADEA45}">
      <dgm:prSet/>
      <dgm:spPr/>
      <dgm:t>
        <a:bodyPr/>
        <a:lstStyle/>
        <a:p>
          <a:endParaRPr lang="en-US"/>
        </a:p>
      </dgm:t>
    </dgm:pt>
    <dgm:pt modelId="{053C3ACD-DC67-42F7-9B90-CA59980E651D}" type="pres">
      <dgm:prSet presAssocID="{3814D20C-42D7-4FB5-947E-1496B2C03078}" presName="root" presStyleCnt="0">
        <dgm:presLayoutVars>
          <dgm:dir/>
          <dgm:resizeHandles val="exact"/>
        </dgm:presLayoutVars>
      </dgm:prSet>
      <dgm:spPr/>
    </dgm:pt>
    <dgm:pt modelId="{64C5C7E4-A5A7-4DBB-92FC-B5F244DA81EC}" type="pres">
      <dgm:prSet presAssocID="{B9AD57C5-B8D9-42F7-B151-5376F969AE2D}" presName="compNode" presStyleCnt="0"/>
      <dgm:spPr/>
    </dgm:pt>
    <dgm:pt modelId="{CF28E0DF-20B5-4306-8E4C-2D46761ECC65}" type="pres">
      <dgm:prSet presAssocID="{B9AD57C5-B8D9-42F7-B151-5376F969AE2D}" presName="bgRect" presStyleLbl="bgShp" presStyleIdx="0" presStyleCnt="5"/>
      <dgm:spPr/>
    </dgm:pt>
    <dgm:pt modelId="{169E4450-48FB-43AC-890B-6F9CDB88236C}" type="pres">
      <dgm:prSet presAssocID="{B9AD57C5-B8D9-42F7-B151-5376F969AE2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BAFFA0D-F6D9-47DE-B312-66E469723992}" type="pres">
      <dgm:prSet presAssocID="{B9AD57C5-B8D9-42F7-B151-5376F969AE2D}" presName="spaceRect" presStyleCnt="0"/>
      <dgm:spPr/>
    </dgm:pt>
    <dgm:pt modelId="{27F14AF8-001C-4312-BD99-B8C1FC2493BB}" type="pres">
      <dgm:prSet presAssocID="{B9AD57C5-B8D9-42F7-B151-5376F969AE2D}" presName="parTx" presStyleLbl="revTx" presStyleIdx="0" presStyleCnt="5">
        <dgm:presLayoutVars>
          <dgm:chMax val="0"/>
          <dgm:chPref val="0"/>
        </dgm:presLayoutVars>
      </dgm:prSet>
      <dgm:spPr/>
    </dgm:pt>
    <dgm:pt modelId="{7D0C5B60-2EA1-4F8B-AA3D-D41EA62082AB}" type="pres">
      <dgm:prSet presAssocID="{F7AE4009-7C0E-48C9-9779-2C1FF1283890}" presName="sibTrans" presStyleCnt="0"/>
      <dgm:spPr/>
    </dgm:pt>
    <dgm:pt modelId="{89A43C06-5263-4C78-AA0A-D9C84859166D}" type="pres">
      <dgm:prSet presAssocID="{7E7866A0-7E91-4E3B-A0E2-BB5B7DFD7C1F}" presName="compNode" presStyleCnt="0"/>
      <dgm:spPr/>
    </dgm:pt>
    <dgm:pt modelId="{0C495157-39F3-4B23-A267-E4802F434ECC}" type="pres">
      <dgm:prSet presAssocID="{7E7866A0-7E91-4E3B-A0E2-BB5B7DFD7C1F}" presName="bgRect" presStyleLbl="bgShp" presStyleIdx="1" presStyleCnt="5"/>
      <dgm:spPr/>
    </dgm:pt>
    <dgm:pt modelId="{0CB10514-F80E-4FCA-86E2-187939AC991D}" type="pres">
      <dgm:prSet presAssocID="{7E7866A0-7E91-4E3B-A0E2-BB5B7DFD7C1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3711E28A-6782-4FC9-BF8E-4A58F830E50F}" type="pres">
      <dgm:prSet presAssocID="{7E7866A0-7E91-4E3B-A0E2-BB5B7DFD7C1F}" presName="spaceRect" presStyleCnt="0"/>
      <dgm:spPr/>
    </dgm:pt>
    <dgm:pt modelId="{490A12AA-3988-440A-853D-1DEA0AFB7539}" type="pres">
      <dgm:prSet presAssocID="{7E7866A0-7E91-4E3B-A0E2-BB5B7DFD7C1F}" presName="parTx" presStyleLbl="revTx" presStyleIdx="1" presStyleCnt="5">
        <dgm:presLayoutVars>
          <dgm:chMax val="0"/>
          <dgm:chPref val="0"/>
        </dgm:presLayoutVars>
      </dgm:prSet>
      <dgm:spPr/>
    </dgm:pt>
    <dgm:pt modelId="{5A71256A-DEA6-4C7D-8346-C9B1F8CD902A}" type="pres">
      <dgm:prSet presAssocID="{B9334C47-0174-4F72-9A37-03733D425192}" presName="sibTrans" presStyleCnt="0"/>
      <dgm:spPr/>
    </dgm:pt>
    <dgm:pt modelId="{F3EBE7D5-7285-43ED-AE21-DB462D275E62}" type="pres">
      <dgm:prSet presAssocID="{CD6C90F6-632E-4F4C-B9A9-72E48616A85A}" presName="compNode" presStyleCnt="0"/>
      <dgm:spPr/>
    </dgm:pt>
    <dgm:pt modelId="{82B36250-FAAF-4100-8061-3BD166F5E8E1}" type="pres">
      <dgm:prSet presAssocID="{CD6C90F6-632E-4F4C-B9A9-72E48616A85A}" presName="bgRect" presStyleLbl="bgShp" presStyleIdx="2" presStyleCnt="5"/>
      <dgm:spPr/>
    </dgm:pt>
    <dgm:pt modelId="{1FB7E74C-DE72-4230-BD45-6ADD1F880E3E}" type="pres">
      <dgm:prSet presAssocID="{CD6C90F6-632E-4F4C-B9A9-72E48616A85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D1B249A-4BB8-4D82-9D40-042D659A6268}" type="pres">
      <dgm:prSet presAssocID="{CD6C90F6-632E-4F4C-B9A9-72E48616A85A}" presName="spaceRect" presStyleCnt="0"/>
      <dgm:spPr/>
    </dgm:pt>
    <dgm:pt modelId="{E71272E9-BDF7-489D-AF9F-856DD932AD5D}" type="pres">
      <dgm:prSet presAssocID="{CD6C90F6-632E-4F4C-B9A9-72E48616A85A}" presName="parTx" presStyleLbl="revTx" presStyleIdx="2" presStyleCnt="5">
        <dgm:presLayoutVars>
          <dgm:chMax val="0"/>
          <dgm:chPref val="0"/>
        </dgm:presLayoutVars>
      </dgm:prSet>
      <dgm:spPr/>
    </dgm:pt>
    <dgm:pt modelId="{E8751E6C-2907-498D-B2D6-3669A1768F05}" type="pres">
      <dgm:prSet presAssocID="{B55ADCEF-7CED-47CE-AFC4-101FABAFAD7B}" presName="sibTrans" presStyleCnt="0"/>
      <dgm:spPr/>
    </dgm:pt>
    <dgm:pt modelId="{33232DCF-16B0-4C6B-A14E-46D57F967E7E}" type="pres">
      <dgm:prSet presAssocID="{986D3283-8627-4470-B0BA-4A54F928AF08}" presName="compNode" presStyleCnt="0"/>
      <dgm:spPr/>
    </dgm:pt>
    <dgm:pt modelId="{BE39F1D0-264E-44CA-A6AD-82FA8A54A55C}" type="pres">
      <dgm:prSet presAssocID="{986D3283-8627-4470-B0BA-4A54F928AF08}" presName="bgRect" presStyleLbl="bgShp" presStyleIdx="3" presStyleCnt="5"/>
      <dgm:spPr/>
    </dgm:pt>
    <dgm:pt modelId="{728A501F-CCDB-498D-BD57-AF0E48FF27BA}" type="pres">
      <dgm:prSet presAssocID="{986D3283-8627-4470-B0BA-4A54F928AF0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C5EE52F-6A0C-4F52-8676-D45881C1AA5C}" type="pres">
      <dgm:prSet presAssocID="{986D3283-8627-4470-B0BA-4A54F928AF08}" presName="spaceRect" presStyleCnt="0"/>
      <dgm:spPr/>
    </dgm:pt>
    <dgm:pt modelId="{2D3FD3E8-2303-49D7-BB6A-27190F575615}" type="pres">
      <dgm:prSet presAssocID="{986D3283-8627-4470-B0BA-4A54F928AF08}" presName="parTx" presStyleLbl="revTx" presStyleIdx="3" presStyleCnt="5">
        <dgm:presLayoutVars>
          <dgm:chMax val="0"/>
          <dgm:chPref val="0"/>
        </dgm:presLayoutVars>
      </dgm:prSet>
      <dgm:spPr/>
    </dgm:pt>
    <dgm:pt modelId="{28BC422B-CB39-406A-B094-006357CFE8CC}" type="pres">
      <dgm:prSet presAssocID="{65D99B71-C6FB-469A-8E2F-FA2C7269DA62}" presName="sibTrans" presStyleCnt="0"/>
      <dgm:spPr/>
    </dgm:pt>
    <dgm:pt modelId="{9CF2538F-1C4A-4943-BFA3-C7F57251AE35}" type="pres">
      <dgm:prSet presAssocID="{2B86F04B-C513-4F85-ABC5-5E016621233C}" presName="compNode" presStyleCnt="0"/>
      <dgm:spPr/>
    </dgm:pt>
    <dgm:pt modelId="{3BB46BD8-7FA4-41FD-9929-AB4CB2F1A4EE}" type="pres">
      <dgm:prSet presAssocID="{2B86F04B-C513-4F85-ABC5-5E016621233C}" presName="bgRect" presStyleLbl="bgShp" presStyleIdx="4" presStyleCnt="5"/>
      <dgm:spPr/>
    </dgm:pt>
    <dgm:pt modelId="{BE4D0EF6-7C22-4B87-B574-42C91EA406F8}" type="pres">
      <dgm:prSet presAssocID="{2B86F04B-C513-4F85-ABC5-5E016621233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936AA8B-76AD-4CDB-9D2C-627B6182AA22}" type="pres">
      <dgm:prSet presAssocID="{2B86F04B-C513-4F85-ABC5-5E016621233C}" presName="spaceRect" presStyleCnt="0"/>
      <dgm:spPr/>
    </dgm:pt>
    <dgm:pt modelId="{F7C00988-51DD-482E-8F9D-036EA190FC9D}" type="pres">
      <dgm:prSet presAssocID="{2B86F04B-C513-4F85-ABC5-5E016621233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D08021E-6E7D-4724-8223-4E03C9DAD795}" type="presOf" srcId="{2B86F04B-C513-4F85-ABC5-5E016621233C}" destId="{F7C00988-51DD-482E-8F9D-036EA190FC9D}" srcOrd="0" destOrd="0" presId="urn:microsoft.com/office/officeart/2018/2/layout/IconVerticalSolidList"/>
    <dgm:cxn modelId="{F332E631-9C6E-446D-9C2D-444D697DDB4C}" type="presOf" srcId="{CD6C90F6-632E-4F4C-B9A9-72E48616A85A}" destId="{E71272E9-BDF7-489D-AF9F-856DD932AD5D}" srcOrd="0" destOrd="0" presId="urn:microsoft.com/office/officeart/2018/2/layout/IconVerticalSolidList"/>
    <dgm:cxn modelId="{9A579D32-7894-4389-9FB5-5A2487A5CCFA}" type="presOf" srcId="{986D3283-8627-4470-B0BA-4A54F928AF08}" destId="{2D3FD3E8-2303-49D7-BB6A-27190F575615}" srcOrd="0" destOrd="0" presId="urn:microsoft.com/office/officeart/2018/2/layout/IconVerticalSolidList"/>
    <dgm:cxn modelId="{1BFA5D3F-DC52-4530-BD35-28F6E2E3BD1B}" srcId="{3814D20C-42D7-4FB5-947E-1496B2C03078}" destId="{7E7866A0-7E91-4E3B-A0E2-BB5B7DFD7C1F}" srcOrd="1" destOrd="0" parTransId="{29242F06-D68E-40D5-8042-87CEDBEBBEE3}" sibTransId="{B9334C47-0174-4F72-9A37-03733D425192}"/>
    <dgm:cxn modelId="{6A666779-EC37-4B9A-9031-2F94CDADEA45}" srcId="{3814D20C-42D7-4FB5-947E-1496B2C03078}" destId="{2B86F04B-C513-4F85-ABC5-5E016621233C}" srcOrd="4" destOrd="0" parTransId="{1BF9B048-AE37-4B3C-BEA5-8A5411377172}" sibTransId="{7F8B354A-2FAC-49BE-86E9-9B709F390DF4}"/>
    <dgm:cxn modelId="{A8B1DAAC-0DBB-4B60-BD21-A76B8C686614}" type="presOf" srcId="{7E7866A0-7E91-4E3B-A0E2-BB5B7DFD7C1F}" destId="{490A12AA-3988-440A-853D-1DEA0AFB7539}" srcOrd="0" destOrd="0" presId="urn:microsoft.com/office/officeart/2018/2/layout/IconVerticalSolidList"/>
    <dgm:cxn modelId="{E2B975CF-3F7B-4706-84E9-9F1410DAE704}" srcId="{3814D20C-42D7-4FB5-947E-1496B2C03078}" destId="{986D3283-8627-4470-B0BA-4A54F928AF08}" srcOrd="3" destOrd="0" parTransId="{46A4C844-8E2C-472C-BA85-1DFAA2FB3FCF}" sibTransId="{65D99B71-C6FB-469A-8E2F-FA2C7269DA62}"/>
    <dgm:cxn modelId="{88837FD1-528B-4A14-B248-C6A8526E2FCC}" srcId="{3814D20C-42D7-4FB5-947E-1496B2C03078}" destId="{B9AD57C5-B8D9-42F7-B151-5376F969AE2D}" srcOrd="0" destOrd="0" parTransId="{606FBE41-637C-4418-B357-6E174EF885EA}" sibTransId="{F7AE4009-7C0E-48C9-9779-2C1FF1283890}"/>
    <dgm:cxn modelId="{E0371DDC-1E98-46C5-A6D5-E65646DF0147}" type="presOf" srcId="{B9AD57C5-B8D9-42F7-B151-5376F969AE2D}" destId="{27F14AF8-001C-4312-BD99-B8C1FC2493BB}" srcOrd="0" destOrd="0" presId="urn:microsoft.com/office/officeart/2018/2/layout/IconVerticalSolidList"/>
    <dgm:cxn modelId="{7B9AEEEF-2125-4B58-9441-AD26D7B4BC14}" srcId="{3814D20C-42D7-4FB5-947E-1496B2C03078}" destId="{CD6C90F6-632E-4F4C-B9A9-72E48616A85A}" srcOrd="2" destOrd="0" parTransId="{ED0CDBAE-72CC-4F02-9634-50B46C11B00F}" sibTransId="{B55ADCEF-7CED-47CE-AFC4-101FABAFAD7B}"/>
    <dgm:cxn modelId="{B79AD3F1-74EA-4CD3-A43C-B3A87FCEA9BA}" type="presOf" srcId="{3814D20C-42D7-4FB5-947E-1496B2C03078}" destId="{053C3ACD-DC67-42F7-9B90-CA59980E651D}" srcOrd="0" destOrd="0" presId="urn:microsoft.com/office/officeart/2018/2/layout/IconVerticalSolidList"/>
    <dgm:cxn modelId="{2CB245BD-E842-486A-98C6-EC54C0429DCD}" type="presParOf" srcId="{053C3ACD-DC67-42F7-9B90-CA59980E651D}" destId="{64C5C7E4-A5A7-4DBB-92FC-B5F244DA81EC}" srcOrd="0" destOrd="0" presId="urn:microsoft.com/office/officeart/2018/2/layout/IconVerticalSolidList"/>
    <dgm:cxn modelId="{17C7E074-3662-43E2-8A2F-3A08810CCA8B}" type="presParOf" srcId="{64C5C7E4-A5A7-4DBB-92FC-B5F244DA81EC}" destId="{CF28E0DF-20B5-4306-8E4C-2D46761ECC65}" srcOrd="0" destOrd="0" presId="urn:microsoft.com/office/officeart/2018/2/layout/IconVerticalSolidList"/>
    <dgm:cxn modelId="{CF517EFE-BF97-4C98-A5C5-A523DC2703CA}" type="presParOf" srcId="{64C5C7E4-A5A7-4DBB-92FC-B5F244DA81EC}" destId="{169E4450-48FB-43AC-890B-6F9CDB88236C}" srcOrd="1" destOrd="0" presId="urn:microsoft.com/office/officeart/2018/2/layout/IconVerticalSolidList"/>
    <dgm:cxn modelId="{9A981EEC-6804-4577-B9C4-130281BE29B6}" type="presParOf" srcId="{64C5C7E4-A5A7-4DBB-92FC-B5F244DA81EC}" destId="{EBAFFA0D-F6D9-47DE-B312-66E469723992}" srcOrd="2" destOrd="0" presId="urn:microsoft.com/office/officeart/2018/2/layout/IconVerticalSolidList"/>
    <dgm:cxn modelId="{FD61AF00-F18C-499C-A648-E13A1704A136}" type="presParOf" srcId="{64C5C7E4-A5A7-4DBB-92FC-B5F244DA81EC}" destId="{27F14AF8-001C-4312-BD99-B8C1FC2493BB}" srcOrd="3" destOrd="0" presId="urn:microsoft.com/office/officeart/2018/2/layout/IconVerticalSolidList"/>
    <dgm:cxn modelId="{08BDCC4B-FA9F-48CA-B974-D6E416A76487}" type="presParOf" srcId="{053C3ACD-DC67-42F7-9B90-CA59980E651D}" destId="{7D0C5B60-2EA1-4F8B-AA3D-D41EA62082AB}" srcOrd="1" destOrd="0" presId="urn:microsoft.com/office/officeart/2018/2/layout/IconVerticalSolidList"/>
    <dgm:cxn modelId="{48AC83B2-87FE-463D-BA86-17B369AE02D9}" type="presParOf" srcId="{053C3ACD-DC67-42F7-9B90-CA59980E651D}" destId="{89A43C06-5263-4C78-AA0A-D9C84859166D}" srcOrd="2" destOrd="0" presId="urn:microsoft.com/office/officeart/2018/2/layout/IconVerticalSolidList"/>
    <dgm:cxn modelId="{446FB202-2862-4903-BCBE-EFE9D61ABBD1}" type="presParOf" srcId="{89A43C06-5263-4C78-AA0A-D9C84859166D}" destId="{0C495157-39F3-4B23-A267-E4802F434ECC}" srcOrd="0" destOrd="0" presId="urn:microsoft.com/office/officeart/2018/2/layout/IconVerticalSolidList"/>
    <dgm:cxn modelId="{B458C59E-1323-4A6F-8B82-4ACA5F603D0F}" type="presParOf" srcId="{89A43C06-5263-4C78-AA0A-D9C84859166D}" destId="{0CB10514-F80E-4FCA-86E2-187939AC991D}" srcOrd="1" destOrd="0" presId="urn:microsoft.com/office/officeart/2018/2/layout/IconVerticalSolidList"/>
    <dgm:cxn modelId="{D5A4FB82-44B2-486C-AC90-DF802D4E9A12}" type="presParOf" srcId="{89A43C06-5263-4C78-AA0A-D9C84859166D}" destId="{3711E28A-6782-4FC9-BF8E-4A58F830E50F}" srcOrd="2" destOrd="0" presId="urn:microsoft.com/office/officeart/2018/2/layout/IconVerticalSolidList"/>
    <dgm:cxn modelId="{D94631FF-A335-4D17-B9B5-9B1E2021173A}" type="presParOf" srcId="{89A43C06-5263-4C78-AA0A-D9C84859166D}" destId="{490A12AA-3988-440A-853D-1DEA0AFB7539}" srcOrd="3" destOrd="0" presId="urn:microsoft.com/office/officeart/2018/2/layout/IconVerticalSolidList"/>
    <dgm:cxn modelId="{F6F3B754-3446-4ACD-A0ED-36BADD3845E5}" type="presParOf" srcId="{053C3ACD-DC67-42F7-9B90-CA59980E651D}" destId="{5A71256A-DEA6-4C7D-8346-C9B1F8CD902A}" srcOrd="3" destOrd="0" presId="urn:microsoft.com/office/officeart/2018/2/layout/IconVerticalSolidList"/>
    <dgm:cxn modelId="{74A6D3BC-78E4-4BEE-BCF9-2891D9E9B999}" type="presParOf" srcId="{053C3ACD-DC67-42F7-9B90-CA59980E651D}" destId="{F3EBE7D5-7285-43ED-AE21-DB462D275E62}" srcOrd="4" destOrd="0" presId="urn:microsoft.com/office/officeart/2018/2/layout/IconVerticalSolidList"/>
    <dgm:cxn modelId="{F0E762FC-0AE0-4C18-A863-F9F18F5AABD9}" type="presParOf" srcId="{F3EBE7D5-7285-43ED-AE21-DB462D275E62}" destId="{82B36250-FAAF-4100-8061-3BD166F5E8E1}" srcOrd="0" destOrd="0" presId="urn:microsoft.com/office/officeart/2018/2/layout/IconVerticalSolidList"/>
    <dgm:cxn modelId="{BC042509-668A-473A-A109-5B52D2197CB2}" type="presParOf" srcId="{F3EBE7D5-7285-43ED-AE21-DB462D275E62}" destId="{1FB7E74C-DE72-4230-BD45-6ADD1F880E3E}" srcOrd="1" destOrd="0" presId="urn:microsoft.com/office/officeart/2018/2/layout/IconVerticalSolidList"/>
    <dgm:cxn modelId="{26F9A6A1-8844-4FB5-AE0F-D3DEFB805510}" type="presParOf" srcId="{F3EBE7D5-7285-43ED-AE21-DB462D275E62}" destId="{8D1B249A-4BB8-4D82-9D40-042D659A6268}" srcOrd="2" destOrd="0" presId="urn:microsoft.com/office/officeart/2018/2/layout/IconVerticalSolidList"/>
    <dgm:cxn modelId="{CB2C6250-9255-42D7-8F9F-11375D9686D5}" type="presParOf" srcId="{F3EBE7D5-7285-43ED-AE21-DB462D275E62}" destId="{E71272E9-BDF7-489D-AF9F-856DD932AD5D}" srcOrd="3" destOrd="0" presId="urn:microsoft.com/office/officeart/2018/2/layout/IconVerticalSolidList"/>
    <dgm:cxn modelId="{D80F2554-16AA-4B8F-8019-4369F51B23D8}" type="presParOf" srcId="{053C3ACD-DC67-42F7-9B90-CA59980E651D}" destId="{E8751E6C-2907-498D-B2D6-3669A1768F05}" srcOrd="5" destOrd="0" presId="urn:microsoft.com/office/officeart/2018/2/layout/IconVerticalSolidList"/>
    <dgm:cxn modelId="{D193F139-9C56-4818-91C7-C61717294462}" type="presParOf" srcId="{053C3ACD-DC67-42F7-9B90-CA59980E651D}" destId="{33232DCF-16B0-4C6B-A14E-46D57F967E7E}" srcOrd="6" destOrd="0" presId="urn:microsoft.com/office/officeart/2018/2/layout/IconVerticalSolidList"/>
    <dgm:cxn modelId="{B90CD59D-253F-49D4-974C-DF11254FFD1B}" type="presParOf" srcId="{33232DCF-16B0-4C6B-A14E-46D57F967E7E}" destId="{BE39F1D0-264E-44CA-A6AD-82FA8A54A55C}" srcOrd="0" destOrd="0" presId="urn:microsoft.com/office/officeart/2018/2/layout/IconVerticalSolidList"/>
    <dgm:cxn modelId="{B0374F02-5E81-4F12-AB9C-D0CB127026C2}" type="presParOf" srcId="{33232DCF-16B0-4C6B-A14E-46D57F967E7E}" destId="{728A501F-CCDB-498D-BD57-AF0E48FF27BA}" srcOrd="1" destOrd="0" presId="urn:microsoft.com/office/officeart/2018/2/layout/IconVerticalSolidList"/>
    <dgm:cxn modelId="{F45C3D20-9FFF-4948-A825-3719A9F0D0DC}" type="presParOf" srcId="{33232DCF-16B0-4C6B-A14E-46D57F967E7E}" destId="{8C5EE52F-6A0C-4F52-8676-D45881C1AA5C}" srcOrd="2" destOrd="0" presId="urn:microsoft.com/office/officeart/2018/2/layout/IconVerticalSolidList"/>
    <dgm:cxn modelId="{7A3F4647-2F32-491D-9E48-53A00507E438}" type="presParOf" srcId="{33232DCF-16B0-4C6B-A14E-46D57F967E7E}" destId="{2D3FD3E8-2303-49D7-BB6A-27190F575615}" srcOrd="3" destOrd="0" presId="urn:microsoft.com/office/officeart/2018/2/layout/IconVerticalSolidList"/>
    <dgm:cxn modelId="{45CA80DC-592E-4AD8-A2E9-CD6C59F5E2D5}" type="presParOf" srcId="{053C3ACD-DC67-42F7-9B90-CA59980E651D}" destId="{28BC422B-CB39-406A-B094-006357CFE8CC}" srcOrd="7" destOrd="0" presId="urn:microsoft.com/office/officeart/2018/2/layout/IconVerticalSolidList"/>
    <dgm:cxn modelId="{3D00D5D7-3440-407F-941F-21B8B1C62503}" type="presParOf" srcId="{053C3ACD-DC67-42F7-9B90-CA59980E651D}" destId="{9CF2538F-1C4A-4943-BFA3-C7F57251AE35}" srcOrd="8" destOrd="0" presId="urn:microsoft.com/office/officeart/2018/2/layout/IconVerticalSolidList"/>
    <dgm:cxn modelId="{1594A7CD-E2B3-4F2E-9D72-F6C5E477B853}" type="presParOf" srcId="{9CF2538F-1C4A-4943-BFA3-C7F57251AE35}" destId="{3BB46BD8-7FA4-41FD-9929-AB4CB2F1A4EE}" srcOrd="0" destOrd="0" presId="urn:microsoft.com/office/officeart/2018/2/layout/IconVerticalSolidList"/>
    <dgm:cxn modelId="{AFAB9A0F-2B11-4B94-A033-8EE32D80EF66}" type="presParOf" srcId="{9CF2538F-1C4A-4943-BFA3-C7F57251AE35}" destId="{BE4D0EF6-7C22-4B87-B574-42C91EA406F8}" srcOrd="1" destOrd="0" presId="urn:microsoft.com/office/officeart/2018/2/layout/IconVerticalSolidList"/>
    <dgm:cxn modelId="{8FDA98ED-7F48-4E6A-8CBE-40B8F5EC2203}" type="presParOf" srcId="{9CF2538F-1C4A-4943-BFA3-C7F57251AE35}" destId="{2936AA8B-76AD-4CDB-9D2C-627B6182AA22}" srcOrd="2" destOrd="0" presId="urn:microsoft.com/office/officeart/2018/2/layout/IconVerticalSolidList"/>
    <dgm:cxn modelId="{3D75C472-DC96-42F8-9AD1-7D532EEFE541}" type="presParOf" srcId="{9CF2538F-1C4A-4943-BFA3-C7F57251AE35}" destId="{F7C00988-51DD-482E-8F9D-036EA190FC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48512E-E59B-441C-B85F-18DC81757713}" type="doc">
      <dgm:prSet loTypeId="urn:microsoft.com/office/officeart/2005/8/layout/vProcess5" loCatId="process" qsTypeId="urn:microsoft.com/office/officeart/2005/8/quickstyle/simple1#60" qsCatId="simple" csTypeId="urn:microsoft.com/office/officeart/2005/8/colors/accent1_2#40" csCatId="accent1"/>
      <dgm:spPr/>
      <dgm:t>
        <a:bodyPr/>
        <a:lstStyle/>
        <a:p>
          <a:endParaRPr lang="en-US"/>
        </a:p>
      </dgm:t>
    </dgm:pt>
    <dgm:pt modelId="{AD981B8F-E8CD-46E5-A395-F74406B6C987}">
      <dgm:prSet/>
      <dgm:spPr/>
      <dgm:t>
        <a:bodyPr/>
        <a:lstStyle/>
        <a:p>
          <a:r>
            <a:rPr lang="en-US"/>
            <a:t>The complete machine-learning pipeline was successfully completed.</a:t>
          </a:r>
        </a:p>
      </dgm:t>
    </dgm:pt>
    <dgm:pt modelId="{B2CC02AE-8D3E-458E-A8DD-C37422AD2EAC}" type="parTrans" cxnId="{786A1BA2-5364-4C1B-BBCD-33E71A0CF6F7}">
      <dgm:prSet/>
      <dgm:spPr/>
      <dgm:t>
        <a:bodyPr/>
        <a:lstStyle/>
        <a:p>
          <a:endParaRPr lang="en-US"/>
        </a:p>
      </dgm:t>
    </dgm:pt>
    <dgm:pt modelId="{61A50ECF-44F3-4A01-86D0-CFBF2C2A744A}" type="sibTrans" cxnId="{786A1BA2-5364-4C1B-BBCD-33E71A0CF6F7}">
      <dgm:prSet/>
      <dgm:spPr/>
      <dgm:t>
        <a:bodyPr/>
        <a:lstStyle/>
        <a:p>
          <a:endParaRPr lang="en-US"/>
        </a:p>
      </dgm:t>
    </dgm:pt>
    <dgm:pt modelId="{C4BB5B6A-ED2D-4CCD-8881-978967D6980A}">
      <dgm:prSet/>
      <dgm:spPr/>
      <dgm:t>
        <a:bodyPr/>
        <a:lstStyle/>
        <a:p>
          <a:r>
            <a:rPr lang="en-US"/>
            <a:t>Decision Tree with max_depth = 5 gave the highest observed accuracy: 72.78%.</a:t>
          </a:r>
        </a:p>
      </dgm:t>
    </dgm:pt>
    <dgm:pt modelId="{F9ED01EC-A52F-4F03-BA88-7C01AF2AD68A}" type="parTrans" cxnId="{F886505C-6A4E-4F78-953F-0E196A8D52B0}">
      <dgm:prSet/>
      <dgm:spPr/>
      <dgm:t>
        <a:bodyPr/>
        <a:lstStyle/>
        <a:p>
          <a:endParaRPr lang="en-US"/>
        </a:p>
      </dgm:t>
    </dgm:pt>
    <dgm:pt modelId="{3954F351-B6CD-47D9-A4D7-9FC755A02329}" type="sibTrans" cxnId="{F886505C-6A4E-4F78-953F-0E196A8D52B0}">
      <dgm:prSet/>
      <dgm:spPr/>
      <dgm:t>
        <a:bodyPr/>
        <a:lstStyle/>
        <a:p>
          <a:endParaRPr lang="en-US"/>
        </a:p>
      </dgm:t>
    </dgm:pt>
    <dgm:pt modelId="{EDE0D3FE-43F5-4D64-B83E-44C13E602B4F}">
      <dgm:prSet/>
      <dgm:spPr/>
      <dgm:t>
        <a:bodyPr/>
        <a:lstStyle/>
        <a:p>
          <a:r>
            <a:rPr lang="en-US"/>
            <a:t>The final model and confusion-matrix image were saved in the Output folder.</a:t>
          </a:r>
        </a:p>
      </dgm:t>
    </dgm:pt>
    <dgm:pt modelId="{4A730A39-D938-4E3A-B0B6-A1F53F17B51C}" type="parTrans" cxnId="{71A7178D-6D1C-4CE8-AEC6-C561F1BF8DB0}">
      <dgm:prSet/>
      <dgm:spPr/>
      <dgm:t>
        <a:bodyPr/>
        <a:lstStyle/>
        <a:p>
          <a:endParaRPr lang="en-US"/>
        </a:p>
      </dgm:t>
    </dgm:pt>
    <dgm:pt modelId="{D375F564-A236-4451-BBE7-A0AF83CD7AD8}" type="sibTrans" cxnId="{71A7178D-6D1C-4CE8-AEC6-C561F1BF8DB0}">
      <dgm:prSet/>
      <dgm:spPr/>
      <dgm:t>
        <a:bodyPr/>
        <a:lstStyle/>
        <a:p>
          <a:endParaRPr lang="en-US"/>
        </a:p>
      </dgm:t>
    </dgm:pt>
    <dgm:pt modelId="{EBA41F05-865D-47DD-A5E0-6542A4AC8D39}">
      <dgm:prSet/>
      <dgm:spPr/>
      <dgm:t>
        <a:bodyPr/>
        <a:lstStyle/>
        <a:p>
          <a:r>
            <a:rPr lang="en-US"/>
            <a:t>The project is suitable for academic demonstration.</a:t>
          </a:r>
        </a:p>
      </dgm:t>
    </dgm:pt>
    <dgm:pt modelId="{66E61FD6-78C8-4333-93AC-8E70C516BE02}" type="parTrans" cxnId="{8AFBC731-98B3-4D21-8B7D-7BFD8B31934C}">
      <dgm:prSet/>
      <dgm:spPr/>
      <dgm:t>
        <a:bodyPr/>
        <a:lstStyle/>
        <a:p>
          <a:endParaRPr lang="en-US"/>
        </a:p>
      </dgm:t>
    </dgm:pt>
    <dgm:pt modelId="{FFEE85C5-2376-42B7-96CA-102FDB5C9883}" type="sibTrans" cxnId="{8AFBC731-98B3-4D21-8B7D-7BFD8B31934C}">
      <dgm:prSet/>
      <dgm:spPr/>
      <dgm:t>
        <a:bodyPr/>
        <a:lstStyle/>
        <a:p>
          <a:endParaRPr lang="en-US"/>
        </a:p>
      </dgm:t>
    </dgm:pt>
    <dgm:pt modelId="{9445BEBE-7814-489F-B786-835C07E3F63F}">
      <dgm:prSet/>
      <dgm:spPr/>
      <dgm:t>
        <a:bodyPr/>
        <a:lstStyle/>
        <a:p>
          <a:r>
            <a:rPr lang="en-US"/>
            <a:t>It should not be used as a medical diagnosis without independent clinical validation.</a:t>
          </a:r>
        </a:p>
      </dgm:t>
    </dgm:pt>
    <dgm:pt modelId="{CD74F0CA-FD56-4B86-9D5D-1E2CE8150DBD}" type="parTrans" cxnId="{164CE870-E1BE-4C64-8C0F-0225E6ECBFFE}">
      <dgm:prSet/>
      <dgm:spPr/>
      <dgm:t>
        <a:bodyPr/>
        <a:lstStyle/>
        <a:p>
          <a:endParaRPr lang="en-US"/>
        </a:p>
      </dgm:t>
    </dgm:pt>
    <dgm:pt modelId="{01D15C97-6170-4930-84ED-41C3A60580BA}" type="sibTrans" cxnId="{164CE870-E1BE-4C64-8C0F-0225E6ECBFFE}">
      <dgm:prSet/>
      <dgm:spPr/>
      <dgm:t>
        <a:bodyPr/>
        <a:lstStyle/>
        <a:p>
          <a:endParaRPr lang="en-US"/>
        </a:p>
      </dgm:t>
    </dgm:pt>
    <dgm:pt modelId="{199A7D63-F9B4-4866-9ACD-DDE5FC246998}" type="pres">
      <dgm:prSet presAssocID="{B748512E-E59B-441C-B85F-18DC81757713}" presName="outerComposite" presStyleCnt="0">
        <dgm:presLayoutVars>
          <dgm:chMax val="5"/>
          <dgm:dir/>
          <dgm:resizeHandles val="exact"/>
        </dgm:presLayoutVars>
      </dgm:prSet>
      <dgm:spPr/>
    </dgm:pt>
    <dgm:pt modelId="{77D00832-FEAE-4ACE-9E9C-67A72E48F919}" type="pres">
      <dgm:prSet presAssocID="{B748512E-E59B-441C-B85F-18DC81757713}" presName="dummyMaxCanvas" presStyleCnt="0">
        <dgm:presLayoutVars/>
      </dgm:prSet>
      <dgm:spPr/>
    </dgm:pt>
    <dgm:pt modelId="{880B2B9A-E7E5-40D4-9F27-8747CC91BCDC}" type="pres">
      <dgm:prSet presAssocID="{B748512E-E59B-441C-B85F-18DC81757713}" presName="FiveNodes_1" presStyleLbl="node1" presStyleIdx="0" presStyleCnt="5">
        <dgm:presLayoutVars>
          <dgm:bulletEnabled val="1"/>
        </dgm:presLayoutVars>
      </dgm:prSet>
      <dgm:spPr/>
    </dgm:pt>
    <dgm:pt modelId="{F4A4EB82-89A3-4949-BCD3-8D1B435CE337}" type="pres">
      <dgm:prSet presAssocID="{B748512E-E59B-441C-B85F-18DC81757713}" presName="FiveNodes_2" presStyleLbl="node1" presStyleIdx="1" presStyleCnt="5">
        <dgm:presLayoutVars>
          <dgm:bulletEnabled val="1"/>
        </dgm:presLayoutVars>
      </dgm:prSet>
      <dgm:spPr/>
    </dgm:pt>
    <dgm:pt modelId="{53B4311F-FCD7-4118-A41C-DFFAF52F4A56}" type="pres">
      <dgm:prSet presAssocID="{B748512E-E59B-441C-B85F-18DC81757713}" presName="FiveNodes_3" presStyleLbl="node1" presStyleIdx="2" presStyleCnt="5">
        <dgm:presLayoutVars>
          <dgm:bulletEnabled val="1"/>
        </dgm:presLayoutVars>
      </dgm:prSet>
      <dgm:spPr/>
    </dgm:pt>
    <dgm:pt modelId="{FC82833E-C27A-4CB9-8B14-F51D5B5C41E2}" type="pres">
      <dgm:prSet presAssocID="{B748512E-E59B-441C-B85F-18DC81757713}" presName="FiveNodes_4" presStyleLbl="node1" presStyleIdx="3" presStyleCnt="5">
        <dgm:presLayoutVars>
          <dgm:bulletEnabled val="1"/>
        </dgm:presLayoutVars>
      </dgm:prSet>
      <dgm:spPr/>
    </dgm:pt>
    <dgm:pt modelId="{E66E4117-5B11-4DDF-8089-FC4A2808E4F8}" type="pres">
      <dgm:prSet presAssocID="{B748512E-E59B-441C-B85F-18DC81757713}" presName="FiveNodes_5" presStyleLbl="node1" presStyleIdx="4" presStyleCnt="5">
        <dgm:presLayoutVars>
          <dgm:bulletEnabled val="1"/>
        </dgm:presLayoutVars>
      </dgm:prSet>
      <dgm:spPr/>
    </dgm:pt>
    <dgm:pt modelId="{F3E94845-D275-42CE-AD0A-2C8045FD7D72}" type="pres">
      <dgm:prSet presAssocID="{B748512E-E59B-441C-B85F-18DC81757713}" presName="FiveConn_1-2" presStyleLbl="fgAccFollowNode1" presStyleIdx="0" presStyleCnt="4">
        <dgm:presLayoutVars>
          <dgm:bulletEnabled val="1"/>
        </dgm:presLayoutVars>
      </dgm:prSet>
      <dgm:spPr/>
    </dgm:pt>
    <dgm:pt modelId="{6770C047-9096-47BE-89EF-3901C096E3C7}" type="pres">
      <dgm:prSet presAssocID="{B748512E-E59B-441C-B85F-18DC81757713}" presName="FiveConn_2-3" presStyleLbl="fgAccFollowNode1" presStyleIdx="1" presStyleCnt="4">
        <dgm:presLayoutVars>
          <dgm:bulletEnabled val="1"/>
        </dgm:presLayoutVars>
      </dgm:prSet>
      <dgm:spPr/>
    </dgm:pt>
    <dgm:pt modelId="{7CF3727C-C35B-4763-B378-64233E009B1D}" type="pres">
      <dgm:prSet presAssocID="{B748512E-E59B-441C-B85F-18DC81757713}" presName="FiveConn_3-4" presStyleLbl="fgAccFollowNode1" presStyleIdx="2" presStyleCnt="4">
        <dgm:presLayoutVars>
          <dgm:bulletEnabled val="1"/>
        </dgm:presLayoutVars>
      </dgm:prSet>
      <dgm:spPr/>
    </dgm:pt>
    <dgm:pt modelId="{12D15F12-175D-4377-911D-EB035A957CEB}" type="pres">
      <dgm:prSet presAssocID="{B748512E-E59B-441C-B85F-18DC81757713}" presName="FiveConn_4-5" presStyleLbl="fgAccFollowNode1" presStyleIdx="3" presStyleCnt="4">
        <dgm:presLayoutVars>
          <dgm:bulletEnabled val="1"/>
        </dgm:presLayoutVars>
      </dgm:prSet>
      <dgm:spPr/>
    </dgm:pt>
    <dgm:pt modelId="{6E4DE2FD-C924-4EB0-BD18-259F196810B8}" type="pres">
      <dgm:prSet presAssocID="{B748512E-E59B-441C-B85F-18DC81757713}" presName="FiveNodes_1_text" presStyleLbl="node1" presStyleIdx="4" presStyleCnt="5">
        <dgm:presLayoutVars>
          <dgm:bulletEnabled val="1"/>
        </dgm:presLayoutVars>
      </dgm:prSet>
      <dgm:spPr/>
    </dgm:pt>
    <dgm:pt modelId="{DE0FA614-A597-4A17-98FC-5E7F1E56CD76}" type="pres">
      <dgm:prSet presAssocID="{B748512E-E59B-441C-B85F-18DC81757713}" presName="FiveNodes_2_text" presStyleLbl="node1" presStyleIdx="4" presStyleCnt="5">
        <dgm:presLayoutVars>
          <dgm:bulletEnabled val="1"/>
        </dgm:presLayoutVars>
      </dgm:prSet>
      <dgm:spPr/>
    </dgm:pt>
    <dgm:pt modelId="{708025BE-E7BC-484A-A378-BB03215DAB5F}" type="pres">
      <dgm:prSet presAssocID="{B748512E-E59B-441C-B85F-18DC81757713}" presName="FiveNodes_3_text" presStyleLbl="node1" presStyleIdx="4" presStyleCnt="5">
        <dgm:presLayoutVars>
          <dgm:bulletEnabled val="1"/>
        </dgm:presLayoutVars>
      </dgm:prSet>
      <dgm:spPr/>
    </dgm:pt>
    <dgm:pt modelId="{215F51C8-25BF-4BB6-AF86-837F79FAD116}" type="pres">
      <dgm:prSet presAssocID="{B748512E-E59B-441C-B85F-18DC81757713}" presName="FiveNodes_4_text" presStyleLbl="node1" presStyleIdx="4" presStyleCnt="5">
        <dgm:presLayoutVars>
          <dgm:bulletEnabled val="1"/>
        </dgm:presLayoutVars>
      </dgm:prSet>
      <dgm:spPr/>
    </dgm:pt>
    <dgm:pt modelId="{8AC200C9-0577-4135-90AA-BECC896F1086}" type="pres">
      <dgm:prSet presAssocID="{B748512E-E59B-441C-B85F-18DC8175771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BA8DC05-CC26-403B-945D-1691A141BE98}" type="presOf" srcId="{EBA41F05-865D-47DD-A5E0-6542A4AC8D39}" destId="{FC82833E-C27A-4CB9-8B14-F51D5B5C41E2}" srcOrd="0" destOrd="0" presId="urn:microsoft.com/office/officeart/2005/8/layout/vProcess5"/>
    <dgm:cxn modelId="{914F8314-4B3D-476D-83CC-7116E55E65D5}" type="presOf" srcId="{61A50ECF-44F3-4A01-86D0-CFBF2C2A744A}" destId="{F3E94845-D275-42CE-AD0A-2C8045FD7D72}" srcOrd="0" destOrd="0" presId="urn:microsoft.com/office/officeart/2005/8/layout/vProcess5"/>
    <dgm:cxn modelId="{A57CF11B-B258-49F2-89A0-542E4C62BE98}" type="presOf" srcId="{EDE0D3FE-43F5-4D64-B83E-44C13E602B4F}" destId="{53B4311F-FCD7-4118-A41C-DFFAF52F4A56}" srcOrd="0" destOrd="0" presId="urn:microsoft.com/office/officeart/2005/8/layout/vProcess5"/>
    <dgm:cxn modelId="{8AFBC731-98B3-4D21-8B7D-7BFD8B31934C}" srcId="{B748512E-E59B-441C-B85F-18DC81757713}" destId="{EBA41F05-865D-47DD-A5E0-6542A4AC8D39}" srcOrd="3" destOrd="0" parTransId="{66E61FD6-78C8-4333-93AC-8E70C516BE02}" sibTransId="{FFEE85C5-2376-42B7-96CA-102FDB5C9883}"/>
    <dgm:cxn modelId="{F886505C-6A4E-4F78-953F-0E196A8D52B0}" srcId="{B748512E-E59B-441C-B85F-18DC81757713}" destId="{C4BB5B6A-ED2D-4CCD-8881-978967D6980A}" srcOrd="1" destOrd="0" parTransId="{F9ED01EC-A52F-4F03-BA88-7C01AF2AD68A}" sibTransId="{3954F351-B6CD-47D9-A4D7-9FC755A02329}"/>
    <dgm:cxn modelId="{BB13D843-8870-40FC-B451-66D7A2531B1E}" type="presOf" srcId="{3954F351-B6CD-47D9-A4D7-9FC755A02329}" destId="{6770C047-9096-47BE-89EF-3901C096E3C7}" srcOrd="0" destOrd="0" presId="urn:microsoft.com/office/officeart/2005/8/layout/vProcess5"/>
    <dgm:cxn modelId="{17F0BF46-5D0F-4F91-BE51-3FFA7EC36608}" type="presOf" srcId="{C4BB5B6A-ED2D-4CCD-8881-978967D6980A}" destId="{F4A4EB82-89A3-4949-BCD3-8D1B435CE337}" srcOrd="0" destOrd="0" presId="urn:microsoft.com/office/officeart/2005/8/layout/vProcess5"/>
    <dgm:cxn modelId="{844BFA49-951B-4C97-90E9-269F15F69749}" type="presOf" srcId="{C4BB5B6A-ED2D-4CCD-8881-978967D6980A}" destId="{DE0FA614-A597-4A17-98FC-5E7F1E56CD76}" srcOrd="1" destOrd="0" presId="urn:microsoft.com/office/officeart/2005/8/layout/vProcess5"/>
    <dgm:cxn modelId="{27A56D6B-0F67-48C6-BDEC-E55E73B12361}" type="presOf" srcId="{EDE0D3FE-43F5-4D64-B83E-44C13E602B4F}" destId="{708025BE-E7BC-484A-A378-BB03215DAB5F}" srcOrd="1" destOrd="0" presId="urn:microsoft.com/office/officeart/2005/8/layout/vProcess5"/>
    <dgm:cxn modelId="{164CE870-E1BE-4C64-8C0F-0225E6ECBFFE}" srcId="{B748512E-E59B-441C-B85F-18DC81757713}" destId="{9445BEBE-7814-489F-B786-835C07E3F63F}" srcOrd="4" destOrd="0" parTransId="{CD74F0CA-FD56-4B86-9D5D-1E2CE8150DBD}" sibTransId="{01D15C97-6170-4930-84ED-41C3A60580BA}"/>
    <dgm:cxn modelId="{41319156-91CB-4DEF-9C1F-E87E68D271FC}" type="presOf" srcId="{AD981B8F-E8CD-46E5-A395-F74406B6C987}" destId="{6E4DE2FD-C924-4EB0-BD18-259F196810B8}" srcOrd="1" destOrd="0" presId="urn:microsoft.com/office/officeart/2005/8/layout/vProcess5"/>
    <dgm:cxn modelId="{DF5E1686-848E-41AA-A88C-FA2E2F47F75A}" type="presOf" srcId="{B748512E-E59B-441C-B85F-18DC81757713}" destId="{199A7D63-F9B4-4866-9ACD-DDE5FC246998}" srcOrd="0" destOrd="0" presId="urn:microsoft.com/office/officeart/2005/8/layout/vProcess5"/>
    <dgm:cxn modelId="{71A7178D-6D1C-4CE8-AEC6-C561F1BF8DB0}" srcId="{B748512E-E59B-441C-B85F-18DC81757713}" destId="{EDE0D3FE-43F5-4D64-B83E-44C13E602B4F}" srcOrd="2" destOrd="0" parTransId="{4A730A39-D938-4E3A-B0B6-A1F53F17B51C}" sibTransId="{D375F564-A236-4451-BBE7-A0AF83CD7AD8}"/>
    <dgm:cxn modelId="{EF24FE96-3557-4DC8-AC92-07F0002E3F41}" type="presOf" srcId="{9445BEBE-7814-489F-B786-835C07E3F63F}" destId="{E66E4117-5B11-4DDF-8089-FC4A2808E4F8}" srcOrd="0" destOrd="0" presId="urn:microsoft.com/office/officeart/2005/8/layout/vProcess5"/>
    <dgm:cxn modelId="{492C2FA1-2E6E-499A-AE3A-B83C7D8030A2}" type="presOf" srcId="{9445BEBE-7814-489F-B786-835C07E3F63F}" destId="{8AC200C9-0577-4135-90AA-BECC896F1086}" srcOrd="1" destOrd="0" presId="urn:microsoft.com/office/officeart/2005/8/layout/vProcess5"/>
    <dgm:cxn modelId="{786A1BA2-5364-4C1B-BBCD-33E71A0CF6F7}" srcId="{B748512E-E59B-441C-B85F-18DC81757713}" destId="{AD981B8F-E8CD-46E5-A395-F74406B6C987}" srcOrd="0" destOrd="0" parTransId="{B2CC02AE-8D3E-458E-A8DD-C37422AD2EAC}" sibTransId="{61A50ECF-44F3-4A01-86D0-CFBF2C2A744A}"/>
    <dgm:cxn modelId="{32671BAB-5B26-46C4-994E-B9F7E063B12D}" type="presOf" srcId="{AD981B8F-E8CD-46E5-A395-F74406B6C987}" destId="{880B2B9A-E7E5-40D4-9F27-8747CC91BCDC}" srcOrd="0" destOrd="0" presId="urn:microsoft.com/office/officeart/2005/8/layout/vProcess5"/>
    <dgm:cxn modelId="{1BBB79BD-0D2B-4FC2-AA56-254D137AEF2F}" type="presOf" srcId="{FFEE85C5-2376-42B7-96CA-102FDB5C9883}" destId="{12D15F12-175D-4377-911D-EB035A957CEB}" srcOrd="0" destOrd="0" presId="urn:microsoft.com/office/officeart/2005/8/layout/vProcess5"/>
    <dgm:cxn modelId="{1FCF4BE3-6064-47B0-871D-9933A2EFA60B}" type="presOf" srcId="{EBA41F05-865D-47DD-A5E0-6542A4AC8D39}" destId="{215F51C8-25BF-4BB6-AF86-837F79FAD116}" srcOrd="1" destOrd="0" presId="urn:microsoft.com/office/officeart/2005/8/layout/vProcess5"/>
    <dgm:cxn modelId="{6B43DFEA-9F28-4E4E-A853-F0F8478C84F0}" type="presOf" srcId="{D375F564-A236-4451-BBE7-A0AF83CD7AD8}" destId="{7CF3727C-C35B-4763-B378-64233E009B1D}" srcOrd="0" destOrd="0" presId="urn:microsoft.com/office/officeart/2005/8/layout/vProcess5"/>
    <dgm:cxn modelId="{21CBA12B-057C-40F8-9CF5-365BBFA7EA7E}" type="presParOf" srcId="{199A7D63-F9B4-4866-9ACD-DDE5FC246998}" destId="{77D00832-FEAE-4ACE-9E9C-67A72E48F919}" srcOrd="0" destOrd="0" presId="urn:microsoft.com/office/officeart/2005/8/layout/vProcess5"/>
    <dgm:cxn modelId="{E3493BC3-C886-4232-A151-1ED6FE977E43}" type="presParOf" srcId="{199A7D63-F9B4-4866-9ACD-DDE5FC246998}" destId="{880B2B9A-E7E5-40D4-9F27-8747CC91BCDC}" srcOrd="1" destOrd="0" presId="urn:microsoft.com/office/officeart/2005/8/layout/vProcess5"/>
    <dgm:cxn modelId="{3C31422B-FAB9-4194-934E-AB91988680ED}" type="presParOf" srcId="{199A7D63-F9B4-4866-9ACD-DDE5FC246998}" destId="{F4A4EB82-89A3-4949-BCD3-8D1B435CE337}" srcOrd="2" destOrd="0" presId="urn:microsoft.com/office/officeart/2005/8/layout/vProcess5"/>
    <dgm:cxn modelId="{70247C30-2D9C-47A5-81C1-F3CA10E8C248}" type="presParOf" srcId="{199A7D63-F9B4-4866-9ACD-DDE5FC246998}" destId="{53B4311F-FCD7-4118-A41C-DFFAF52F4A56}" srcOrd="3" destOrd="0" presId="urn:microsoft.com/office/officeart/2005/8/layout/vProcess5"/>
    <dgm:cxn modelId="{760C738E-FD10-4555-9864-18D7A48E87FE}" type="presParOf" srcId="{199A7D63-F9B4-4866-9ACD-DDE5FC246998}" destId="{FC82833E-C27A-4CB9-8B14-F51D5B5C41E2}" srcOrd="4" destOrd="0" presId="urn:microsoft.com/office/officeart/2005/8/layout/vProcess5"/>
    <dgm:cxn modelId="{696B3D92-BA7B-48A2-8A2C-87C8B4E86110}" type="presParOf" srcId="{199A7D63-F9B4-4866-9ACD-DDE5FC246998}" destId="{E66E4117-5B11-4DDF-8089-FC4A2808E4F8}" srcOrd="5" destOrd="0" presId="urn:microsoft.com/office/officeart/2005/8/layout/vProcess5"/>
    <dgm:cxn modelId="{176E36D5-E020-4484-B096-CA7E26C2B1E3}" type="presParOf" srcId="{199A7D63-F9B4-4866-9ACD-DDE5FC246998}" destId="{F3E94845-D275-42CE-AD0A-2C8045FD7D72}" srcOrd="6" destOrd="0" presId="urn:microsoft.com/office/officeart/2005/8/layout/vProcess5"/>
    <dgm:cxn modelId="{4F5A21DB-ABF2-461B-82C9-06C99CF8E972}" type="presParOf" srcId="{199A7D63-F9B4-4866-9ACD-DDE5FC246998}" destId="{6770C047-9096-47BE-89EF-3901C096E3C7}" srcOrd="7" destOrd="0" presId="urn:microsoft.com/office/officeart/2005/8/layout/vProcess5"/>
    <dgm:cxn modelId="{E8375627-106E-47AB-A6BE-B214AB920C3B}" type="presParOf" srcId="{199A7D63-F9B4-4866-9ACD-DDE5FC246998}" destId="{7CF3727C-C35B-4763-B378-64233E009B1D}" srcOrd="8" destOrd="0" presId="urn:microsoft.com/office/officeart/2005/8/layout/vProcess5"/>
    <dgm:cxn modelId="{8196438C-04CE-4422-8757-CC616DB1E203}" type="presParOf" srcId="{199A7D63-F9B4-4866-9ACD-DDE5FC246998}" destId="{12D15F12-175D-4377-911D-EB035A957CEB}" srcOrd="9" destOrd="0" presId="urn:microsoft.com/office/officeart/2005/8/layout/vProcess5"/>
    <dgm:cxn modelId="{E59FAE96-BBCD-423A-AFEF-8F4FB1EFB255}" type="presParOf" srcId="{199A7D63-F9B4-4866-9ACD-DDE5FC246998}" destId="{6E4DE2FD-C924-4EB0-BD18-259F196810B8}" srcOrd="10" destOrd="0" presId="urn:microsoft.com/office/officeart/2005/8/layout/vProcess5"/>
    <dgm:cxn modelId="{F08ED3E9-A4BE-4526-B789-6163D73339BB}" type="presParOf" srcId="{199A7D63-F9B4-4866-9ACD-DDE5FC246998}" destId="{DE0FA614-A597-4A17-98FC-5E7F1E56CD76}" srcOrd="11" destOrd="0" presId="urn:microsoft.com/office/officeart/2005/8/layout/vProcess5"/>
    <dgm:cxn modelId="{8D0F2C62-098F-42A1-8679-8B6265320045}" type="presParOf" srcId="{199A7D63-F9B4-4866-9ACD-DDE5FC246998}" destId="{708025BE-E7BC-484A-A378-BB03215DAB5F}" srcOrd="12" destOrd="0" presId="urn:microsoft.com/office/officeart/2005/8/layout/vProcess5"/>
    <dgm:cxn modelId="{C43DCABC-AC53-4996-8C80-D05375734AA3}" type="presParOf" srcId="{199A7D63-F9B4-4866-9ACD-DDE5FC246998}" destId="{215F51C8-25BF-4BB6-AF86-837F79FAD116}" srcOrd="13" destOrd="0" presId="urn:microsoft.com/office/officeart/2005/8/layout/vProcess5"/>
    <dgm:cxn modelId="{A6D8387A-98C0-4D24-8BD1-6DAF2CBAA328}" type="presParOf" srcId="{199A7D63-F9B4-4866-9ACD-DDE5FC246998}" destId="{8AC200C9-0577-4135-90AA-BECC896F108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E6CD38-0C7D-4223-85A0-8E053F55B28D}">
      <dsp:nvSpPr>
        <dsp:cNvPr id="0" name=""/>
        <dsp:cNvSpPr/>
      </dsp:nvSpPr>
      <dsp:spPr>
        <a:xfrm>
          <a:off x="1014450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693F4-24B2-4A44-8B1A-A29165E4D3A8}">
      <dsp:nvSpPr>
        <dsp:cNvPr id="0" name=""/>
        <dsp:cNvSpPr/>
      </dsp:nvSpPr>
      <dsp:spPr>
        <a:xfrm>
          <a:off x="240806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Machine-learning classification project</a:t>
          </a:r>
        </a:p>
      </dsp:txBody>
      <dsp:txXfrm>
        <a:off x="240806" y="2141959"/>
        <a:ext cx="2813250" cy="720000"/>
      </dsp:txXfrm>
    </dsp:sp>
    <dsp:sp modelId="{C61CE48F-5B44-491D-AB57-459FD718D912}">
      <dsp:nvSpPr>
        <dsp:cNvPr id="0" name=""/>
        <dsp:cNvSpPr/>
      </dsp:nvSpPr>
      <dsp:spPr>
        <a:xfrm>
          <a:off x="4320018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E6CB6-AA53-4025-BD29-C619BF1133B4}">
      <dsp:nvSpPr>
        <dsp:cNvPr id="0" name=""/>
        <dsp:cNvSpPr/>
      </dsp:nvSpPr>
      <dsp:spPr>
        <a:xfrm>
          <a:off x="3546375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Final selected model: Decision Tree</a:t>
          </a:r>
        </a:p>
      </dsp:txBody>
      <dsp:txXfrm>
        <a:off x="3546375" y="2141959"/>
        <a:ext cx="2813250" cy="720000"/>
      </dsp:txXfrm>
    </dsp:sp>
    <dsp:sp modelId="{DABF528E-2843-45E8-B1DD-0CB7FA70DE3F}">
      <dsp:nvSpPr>
        <dsp:cNvPr id="0" name=""/>
        <dsp:cNvSpPr/>
      </dsp:nvSpPr>
      <dsp:spPr>
        <a:xfrm>
          <a:off x="7625587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7259F-F1F1-4074-8BDB-630758BBF8C4}">
      <dsp:nvSpPr>
        <dsp:cNvPr id="0" name=""/>
        <dsp:cNvSpPr/>
      </dsp:nvSpPr>
      <dsp:spPr>
        <a:xfrm>
          <a:off x="6851943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Final accuracy: 72.78%</a:t>
          </a:r>
        </a:p>
      </dsp:txBody>
      <dsp:txXfrm>
        <a:off x="6851943" y="2141959"/>
        <a:ext cx="2813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A84B4-6AC6-4542-932B-8E0558663247}">
      <dsp:nvSpPr>
        <dsp:cNvPr id="0" name=""/>
        <dsp:cNvSpPr/>
      </dsp:nvSpPr>
      <dsp:spPr>
        <a:xfrm>
          <a:off x="0" y="224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A9ABF5-BE66-4060-812C-F4F0107CDB83}">
      <dsp:nvSpPr>
        <dsp:cNvPr id="0" name=""/>
        <dsp:cNvSpPr/>
      </dsp:nvSpPr>
      <dsp:spPr>
        <a:xfrm>
          <a:off x="0" y="2248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Dataset loading and data analysis</a:t>
          </a:r>
        </a:p>
      </dsp:txBody>
      <dsp:txXfrm>
        <a:off x="0" y="2248"/>
        <a:ext cx="6046132" cy="766894"/>
      </dsp:txXfrm>
    </dsp:sp>
    <dsp:sp modelId="{D6164556-6C19-4D5C-8B53-A4BFE83887B5}">
      <dsp:nvSpPr>
        <dsp:cNvPr id="0" name=""/>
        <dsp:cNvSpPr/>
      </dsp:nvSpPr>
      <dsp:spPr>
        <a:xfrm>
          <a:off x="0" y="769143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135193"/>
                <a:satOff val="-3619"/>
                <a:lumOff val="-1255"/>
                <a:alphaOff val="0"/>
                <a:tint val="96000"/>
                <a:lumMod val="104000"/>
              </a:schemeClr>
            </a:gs>
            <a:gs pos="100000">
              <a:schemeClr val="accent5">
                <a:hueOff val="-135193"/>
                <a:satOff val="-3619"/>
                <a:lumOff val="-1255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135193"/>
              <a:satOff val="-3619"/>
              <a:lumOff val="-1255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257B87-FC74-40FD-A45D-6E5F775AD513}">
      <dsp:nvSpPr>
        <dsp:cNvPr id="0" name=""/>
        <dsp:cNvSpPr/>
      </dsp:nvSpPr>
      <dsp:spPr>
        <a:xfrm>
          <a:off x="0" y="769143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Data preprocessing and blood-pressure cleaning</a:t>
          </a:r>
        </a:p>
      </dsp:txBody>
      <dsp:txXfrm>
        <a:off x="0" y="769143"/>
        <a:ext cx="6046132" cy="766894"/>
      </dsp:txXfrm>
    </dsp:sp>
    <dsp:sp modelId="{5A346784-25A7-48A5-B7D4-71B07F4190CC}">
      <dsp:nvSpPr>
        <dsp:cNvPr id="0" name=""/>
        <dsp:cNvSpPr/>
      </dsp:nvSpPr>
      <dsp:spPr>
        <a:xfrm>
          <a:off x="0" y="153603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270386"/>
                <a:satOff val="-7238"/>
                <a:lumOff val="-2511"/>
                <a:alphaOff val="0"/>
                <a:tint val="96000"/>
                <a:lumMod val="104000"/>
              </a:schemeClr>
            </a:gs>
            <a:gs pos="100000">
              <a:schemeClr val="accent5">
                <a:hueOff val="-270386"/>
                <a:satOff val="-7238"/>
                <a:lumOff val="-2511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270386"/>
              <a:satOff val="-7238"/>
              <a:lumOff val="-2511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39244E-0F43-41D2-A6AC-A883F781AD9D}">
      <dsp:nvSpPr>
        <dsp:cNvPr id="0" name=""/>
        <dsp:cNvSpPr/>
      </dsp:nvSpPr>
      <dsp:spPr>
        <a:xfrm>
          <a:off x="0" y="1536038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Exploratory data visualization</a:t>
          </a:r>
        </a:p>
      </dsp:txBody>
      <dsp:txXfrm>
        <a:off x="0" y="1536038"/>
        <a:ext cx="6046132" cy="766894"/>
      </dsp:txXfrm>
    </dsp:sp>
    <dsp:sp modelId="{9432BC84-1306-4B1F-820A-E118E61BADE7}">
      <dsp:nvSpPr>
        <dsp:cNvPr id="0" name=""/>
        <dsp:cNvSpPr/>
      </dsp:nvSpPr>
      <dsp:spPr>
        <a:xfrm>
          <a:off x="0" y="2302932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405579"/>
                <a:satOff val="-10857"/>
                <a:lumOff val="-3766"/>
                <a:alphaOff val="0"/>
                <a:tint val="96000"/>
                <a:lumMod val="104000"/>
              </a:schemeClr>
            </a:gs>
            <a:gs pos="100000">
              <a:schemeClr val="accent5">
                <a:hueOff val="-405579"/>
                <a:satOff val="-10857"/>
                <a:lumOff val="-3766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405579"/>
              <a:satOff val="-10857"/>
              <a:lumOff val="-3766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D474F0-F3F5-4A11-B7DF-D332F52E3058}">
      <dsp:nvSpPr>
        <dsp:cNvPr id="0" name=""/>
        <dsp:cNvSpPr/>
      </dsp:nvSpPr>
      <dsp:spPr>
        <a:xfrm>
          <a:off x="0" y="2302932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Model training and comparison</a:t>
          </a:r>
        </a:p>
      </dsp:txBody>
      <dsp:txXfrm>
        <a:off x="0" y="2302932"/>
        <a:ext cx="6046132" cy="766894"/>
      </dsp:txXfrm>
    </dsp:sp>
    <dsp:sp modelId="{91D9BD30-0AFA-4223-AD88-CC611AFC835D}">
      <dsp:nvSpPr>
        <dsp:cNvPr id="0" name=""/>
        <dsp:cNvSpPr/>
      </dsp:nvSpPr>
      <dsp:spPr>
        <a:xfrm>
          <a:off x="0" y="3069827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540772"/>
                <a:satOff val="-14476"/>
                <a:lumOff val="-5022"/>
                <a:alphaOff val="0"/>
                <a:tint val="96000"/>
                <a:lumMod val="104000"/>
              </a:schemeClr>
            </a:gs>
            <a:gs pos="100000">
              <a:schemeClr val="accent5">
                <a:hueOff val="-540772"/>
                <a:satOff val="-14476"/>
                <a:lumOff val="-5022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540772"/>
              <a:satOff val="-14476"/>
              <a:lumOff val="-5022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377FD-AAA0-48D3-9FCF-BF8A2DC80E05}">
      <dsp:nvSpPr>
        <dsp:cNvPr id="0" name=""/>
        <dsp:cNvSpPr/>
      </dsp:nvSpPr>
      <dsp:spPr>
        <a:xfrm>
          <a:off x="0" y="3069827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Decision Tree hyperparameter tuning</a:t>
          </a:r>
        </a:p>
      </dsp:txBody>
      <dsp:txXfrm>
        <a:off x="0" y="3069827"/>
        <a:ext cx="6046132" cy="766894"/>
      </dsp:txXfrm>
    </dsp:sp>
    <dsp:sp modelId="{CC72BD6C-4A22-4595-B4A7-9EBF7F888539}">
      <dsp:nvSpPr>
        <dsp:cNvPr id="0" name=""/>
        <dsp:cNvSpPr/>
      </dsp:nvSpPr>
      <dsp:spPr>
        <a:xfrm>
          <a:off x="0" y="3836722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675965"/>
                <a:satOff val="-18095"/>
                <a:lumOff val="-6277"/>
                <a:alphaOff val="0"/>
                <a:tint val="96000"/>
                <a:lumMod val="104000"/>
              </a:schemeClr>
            </a:gs>
            <a:gs pos="100000">
              <a:schemeClr val="accent5">
                <a:hueOff val="-675965"/>
                <a:satOff val="-18095"/>
                <a:lumOff val="-6277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675965"/>
              <a:satOff val="-18095"/>
              <a:lumOff val="-6277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F33A99-F180-4734-8A61-1A94FD2CD1A0}">
      <dsp:nvSpPr>
        <dsp:cNvPr id="0" name=""/>
        <dsp:cNvSpPr/>
      </dsp:nvSpPr>
      <dsp:spPr>
        <a:xfrm>
          <a:off x="0" y="3836722"/>
          <a:ext cx="6046132" cy="766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6. Final model evaluation and confusion matrix</a:t>
          </a:r>
        </a:p>
      </dsp:txBody>
      <dsp:txXfrm>
        <a:off x="0" y="3836722"/>
        <a:ext cx="6046132" cy="766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C9878-09A7-4E3B-8757-7681F0F5245F}">
      <dsp:nvSpPr>
        <dsp:cNvPr id="0" name=""/>
        <dsp:cNvSpPr/>
      </dsp:nvSpPr>
      <dsp:spPr>
        <a:xfrm>
          <a:off x="1316841" y="34082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A3903-62F7-45BA-AAD8-9B11A03FDDCE}">
      <dsp:nvSpPr>
        <dsp:cNvPr id="0" name=""/>
        <dsp:cNvSpPr/>
      </dsp:nvSpPr>
      <dsp:spPr>
        <a:xfrm>
          <a:off x="1535969" y="253210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619F3-D7A7-47B5-9AE3-5E62FA945AE4}">
      <dsp:nvSpPr>
        <dsp:cNvPr id="0" name=""/>
        <dsp:cNvSpPr/>
      </dsp:nvSpPr>
      <dsp:spPr>
        <a:xfrm>
          <a:off x="2583910" y="34082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Original dataset: 70,000 rows</a:t>
          </a:r>
        </a:p>
      </dsp:txBody>
      <dsp:txXfrm>
        <a:off x="2583910" y="34082"/>
        <a:ext cx="2459605" cy="1043469"/>
      </dsp:txXfrm>
    </dsp:sp>
    <dsp:sp modelId="{917A0FE2-6744-4A7F-976E-09B17C8C0899}">
      <dsp:nvSpPr>
        <dsp:cNvPr id="0" name=""/>
        <dsp:cNvSpPr/>
      </dsp:nvSpPr>
      <dsp:spPr>
        <a:xfrm>
          <a:off x="5472083" y="34082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B6BF5-38DB-43E8-9292-5B7609F71A81}">
      <dsp:nvSpPr>
        <dsp:cNvPr id="0" name=""/>
        <dsp:cNvSpPr/>
      </dsp:nvSpPr>
      <dsp:spPr>
        <a:xfrm>
          <a:off x="5691212" y="253210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F1704-B463-4116-AD18-387949BFD011}">
      <dsp:nvSpPr>
        <dsp:cNvPr id="0" name=""/>
        <dsp:cNvSpPr/>
      </dsp:nvSpPr>
      <dsp:spPr>
        <a:xfrm>
          <a:off x="6739153" y="34082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Duplicate rows: 0</a:t>
          </a:r>
        </a:p>
      </dsp:txBody>
      <dsp:txXfrm>
        <a:off x="6739153" y="34082"/>
        <a:ext cx="2459605" cy="1043469"/>
      </dsp:txXfrm>
    </dsp:sp>
    <dsp:sp modelId="{13B6F47D-C93C-4E43-BC13-AF2AA798AC8C}">
      <dsp:nvSpPr>
        <dsp:cNvPr id="0" name=""/>
        <dsp:cNvSpPr/>
      </dsp:nvSpPr>
      <dsp:spPr>
        <a:xfrm>
          <a:off x="1316841" y="190142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39E6D-8B0F-4866-96D7-2C8CD9B13DE7}">
      <dsp:nvSpPr>
        <dsp:cNvPr id="0" name=""/>
        <dsp:cNvSpPr/>
      </dsp:nvSpPr>
      <dsp:spPr>
        <a:xfrm>
          <a:off x="1535969" y="212055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227FF-DEF2-4D53-BA01-8F91AF664B03}">
      <dsp:nvSpPr>
        <dsp:cNvPr id="0" name=""/>
        <dsp:cNvSpPr/>
      </dsp:nvSpPr>
      <dsp:spPr>
        <a:xfrm>
          <a:off x="2583910" y="190142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Rows after cleaning: 68,672</a:t>
          </a:r>
        </a:p>
      </dsp:txBody>
      <dsp:txXfrm>
        <a:off x="2583910" y="1901425"/>
        <a:ext cx="2459605" cy="1043469"/>
      </dsp:txXfrm>
    </dsp:sp>
    <dsp:sp modelId="{8D69D883-1EE0-4B8D-A5B1-F1F66D21B448}">
      <dsp:nvSpPr>
        <dsp:cNvPr id="0" name=""/>
        <dsp:cNvSpPr/>
      </dsp:nvSpPr>
      <dsp:spPr>
        <a:xfrm>
          <a:off x="5472083" y="190142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1D9A5E-FB2D-49A2-8C7B-D0F47FE4311A}">
      <dsp:nvSpPr>
        <dsp:cNvPr id="0" name=""/>
        <dsp:cNvSpPr/>
      </dsp:nvSpPr>
      <dsp:spPr>
        <a:xfrm>
          <a:off x="5691212" y="212055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E016C-EA81-4FCF-8FDA-6BF38EE5A969}">
      <dsp:nvSpPr>
        <dsp:cNvPr id="0" name=""/>
        <dsp:cNvSpPr/>
      </dsp:nvSpPr>
      <dsp:spPr>
        <a:xfrm>
          <a:off x="6739153" y="190142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Rows removed during blood-pressure cleaning: 1,328</a:t>
          </a:r>
        </a:p>
      </dsp:txBody>
      <dsp:txXfrm>
        <a:off x="6739153" y="1901425"/>
        <a:ext cx="2459605" cy="1043469"/>
      </dsp:txXfrm>
    </dsp:sp>
    <dsp:sp modelId="{DBD6310D-42CC-42A3-86E5-D2487F023A0E}">
      <dsp:nvSpPr>
        <dsp:cNvPr id="0" name=""/>
        <dsp:cNvSpPr/>
      </dsp:nvSpPr>
      <dsp:spPr>
        <a:xfrm>
          <a:off x="1316841" y="3768768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28872-B677-469E-97BD-2C8FF4CAFCB5}">
      <dsp:nvSpPr>
        <dsp:cNvPr id="0" name=""/>
        <dsp:cNvSpPr/>
      </dsp:nvSpPr>
      <dsp:spPr>
        <a:xfrm>
          <a:off x="1535969" y="3987897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BCD77-0877-4EBF-A469-B566C63F3352}">
      <dsp:nvSpPr>
        <dsp:cNvPr id="0" name=""/>
        <dsp:cNvSpPr/>
      </dsp:nvSpPr>
      <dsp:spPr>
        <a:xfrm>
          <a:off x="2583910" y="3768768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Age converted to years: 30–65 years</a:t>
          </a:r>
        </a:p>
      </dsp:txBody>
      <dsp:txXfrm>
        <a:off x="2583910" y="3768768"/>
        <a:ext cx="2459605" cy="1043469"/>
      </dsp:txXfrm>
    </dsp:sp>
    <dsp:sp modelId="{73F5364B-CA98-4235-B044-B9627545FD45}">
      <dsp:nvSpPr>
        <dsp:cNvPr id="0" name=""/>
        <dsp:cNvSpPr/>
      </dsp:nvSpPr>
      <dsp:spPr>
        <a:xfrm>
          <a:off x="5472083" y="3768768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66644-977D-4A9A-A9C0-48845FD6FCBE}">
      <dsp:nvSpPr>
        <dsp:cNvPr id="0" name=""/>
        <dsp:cNvSpPr/>
      </dsp:nvSpPr>
      <dsp:spPr>
        <a:xfrm>
          <a:off x="5691212" y="3987897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2A58C-5EF0-4706-81D6-D7456A077C6E}">
      <dsp:nvSpPr>
        <dsp:cNvPr id="0" name=""/>
        <dsp:cNvSpPr/>
      </dsp:nvSpPr>
      <dsp:spPr>
        <a:xfrm>
          <a:off x="6739153" y="3768768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Cleaned dataset saved as Output/cardio_cleaned.csv</a:t>
          </a:r>
        </a:p>
      </dsp:txBody>
      <dsp:txXfrm>
        <a:off x="6739153" y="3768768"/>
        <a:ext cx="2459605" cy="1043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01CF4-D84B-43C4-BBC4-D07719330A0C}">
      <dsp:nvSpPr>
        <dsp:cNvPr id="0" name=""/>
        <dsp:cNvSpPr/>
      </dsp:nvSpPr>
      <dsp:spPr>
        <a:xfrm>
          <a:off x="9242" y="213240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Disease distribution was examined using class counts.</a:t>
          </a:r>
        </a:p>
      </dsp:txBody>
      <dsp:txXfrm>
        <a:off x="57787" y="261785"/>
        <a:ext cx="2665308" cy="1560349"/>
      </dsp:txXfrm>
    </dsp:sp>
    <dsp:sp modelId="{6546E335-D52B-4D66-B6FE-5D64BD1D2E04}">
      <dsp:nvSpPr>
        <dsp:cNvPr id="0" name=""/>
        <dsp:cNvSpPr/>
      </dsp:nvSpPr>
      <dsp:spPr>
        <a:xfrm>
          <a:off x="3014732" y="699423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014732" y="836438"/>
        <a:ext cx="409940" cy="411044"/>
      </dsp:txXfrm>
    </dsp:sp>
    <dsp:sp modelId="{FA68E849-64F4-4197-8F7B-86D2B6C3C07D}">
      <dsp:nvSpPr>
        <dsp:cNvPr id="0" name=""/>
        <dsp:cNvSpPr/>
      </dsp:nvSpPr>
      <dsp:spPr>
        <a:xfrm>
          <a:off x="3876600" y="213240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Age, gender, cholesterol, glucose, physical activity, smoking and alcohol were compared with disease status.</a:t>
          </a:r>
        </a:p>
      </dsp:txBody>
      <dsp:txXfrm>
        <a:off x="3925145" y="261785"/>
        <a:ext cx="2665308" cy="1560349"/>
      </dsp:txXfrm>
    </dsp:sp>
    <dsp:sp modelId="{0FF88BE6-5A21-4FF0-A102-0475451B35F9}">
      <dsp:nvSpPr>
        <dsp:cNvPr id="0" name=""/>
        <dsp:cNvSpPr/>
      </dsp:nvSpPr>
      <dsp:spPr>
        <a:xfrm>
          <a:off x="6882090" y="699423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882090" y="836438"/>
        <a:ext cx="409940" cy="411044"/>
      </dsp:txXfrm>
    </dsp:sp>
    <dsp:sp modelId="{F0395BD0-93B6-4299-A682-1C387CDE773B}">
      <dsp:nvSpPr>
        <dsp:cNvPr id="0" name=""/>
        <dsp:cNvSpPr/>
      </dsp:nvSpPr>
      <dsp:spPr>
        <a:xfrm>
          <a:off x="7743958" y="213240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Boxplots showed higher central blood-pressure values for the disease group.</a:t>
          </a:r>
        </a:p>
      </dsp:txBody>
      <dsp:txXfrm>
        <a:off x="7792503" y="261785"/>
        <a:ext cx="2665308" cy="1560349"/>
      </dsp:txXfrm>
    </dsp:sp>
    <dsp:sp modelId="{09944B1F-4CCA-4682-89B2-C7B3CDEDC256}">
      <dsp:nvSpPr>
        <dsp:cNvPr id="0" name=""/>
        <dsp:cNvSpPr/>
      </dsp:nvSpPr>
      <dsp:spPr>
        <a:xfrm rot="5400000">
          <a:off x="8832344" y="2064048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8919636" y="2113771"/>
        <a:ext cx="411044" cy="409940"/>
      </dsp:txXfrm>
    </dsp:sp>
    <dsp:sp modelId="{40EFF66E-6ECC-4B15-B96B-B5889735F0A4}">
      <dsp:nvSpPr>
        <dsp:cNvPr id="0" name=""/>
        <dsp:cNvSpPr/>
      </dsp:nvSpPr>
      <dsp:spPr>
        <a:xfrm>
          <a:off x="7743958" y="297563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Correlation heatmap: weight–BMI ≈ 0.76 and systolic–diastolic BP ≈ 0.73.</a:t>
          </a:r>
        </a:p>
      </dsp:txBody>
      <dsp:txXfrm>
        <a:off x="7792503" y="3024184"/>
        <a:ext cx="2665308" cy="1560349"/>
      </dsp:txXfrm>
    </dsp:sp>
    <dsp:sp modelId="{6CB9FBBE-CA8F-4753-8913-976C2253019B}">
      <dsp:nvSpPr>
        <dsp:cNvPr id="0" name=""/>
        <dsp:cNvSpPr/>
      </dsp:nvSpPr>
      <dsp:spPr>
        <a:xfrm rot="10800000">
          <a:off x="6915239" y="346182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7090927" y="3598836"/>
        <a:ext cx="409940" cy="411044"/>
      </dsp:txXfrm>
    </dsp:sp>
    <dsp:sp modelId="{1A67A256-D32E-4F69-B4FB-7494180D82EB}">
      <dsp:nvSpPr>
        <dsp:cNvPr id="0" name=""/>
        <dsp:cNvSpPr/>
      </dsp:nvSpPr>
      <dsp:spPr>
        <a:xfrm>
          <a:off x="3876600" y="297563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correlations included systolic BP ≈ 0.43 and BMI ≈ 0.16.</a:t>
          </a:r>
        </a:p>
      </dsp:txBody>
      <dsp:txXfrm>
        <a:off x="3925145" y="3024184"/>
        <a:ext cx="2665308" cy="15603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8E0DF-20B5-4306-8E4C-2D46761ECC65}">
      <dsp:nvSpPr>
        <dsp:cNvPr id="0" name=""/>
        <dsp:cNvSpPr/>
      </dsp:nvSpPr>
      <dsp:spPr>
        <a:xfrm>
          <a:off x="0" y="4352"/>
          <a:ext cx="6243991" cy="927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E4450-48FB-43AC-890B-6F9CDB88236C}">
      <dsp:nvSpPr>
        <dsp:cNvPr id="0" name=""/>
        <dsp:cNvSpPr/>
      </dsp:nvSpPr>
      <dsp:spPr>
        <a:xfrm>
          <a:off x="280435" y="212940"/>
          <a:ext cx="509883" cy="5098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14AF8-001C-4312-BD99-B8C1FC2493BB}">
      <dsp:nvSpPr>
        <dsp:cNvPr id="0" name=""/>
        <dsp:cNvSpPr/>
      </dsp:nvSpPr>
      <dsp:spPr>
        <a:xfrm>
          <a:off x="1070754" y="4352"/>
          <a:ext cx="5173237" cy="92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14" tIns="98114" rIns="98114" bIns="9811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Algorithm: Decision Tree Classifier</a:t>
          </a:r>
        </a:p>
      </dsp:txBody>
      <dsp:txXfrm>
        <a:off x="1070754" y="4352"/>
        <a:ext cx="5173237" cy="927060"/>
      </dsp:txXfrm>
    </dsp:sp>
    <dsp:sp modelId="{0C495157-39F3-4B23-A267-E4802F434ECC}">
      <dsp:nvSpPr>
        <dsp:cNvPr id="0" name=""/>
        <dsp:cNvSpPr/>
      </dsp:nvSpPr>
      <dsp:spPr>
        <a:xfrm>
          <a:off x="0" y="1163177"/>
          <a:ext cx="6243991" cy="927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10514-F80E-4FCA-86E2-187939AC991D}">
      <dsp:nvSpPr>
        <dsp:cNvPr id="0" name=""/>
        <dsp:cNvSpPr/>
      </dsp:nvSpPr>
      <dsp:spPr>
        <a:xfrm>
          <a:off x="280435" y="1371765"/>
          <a:ext cx="509883" cy="5098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A12AA-3988-440A-853D-1DEA0AFB7539}">
      <dsp:nvSpPr>
        <dsp:cNvPr id="0" name=""/>
        <dsp:cNvSpPr/>
      </dsp:nvSpPr>
      <dsp:spPr>
        <a:xfrm>
          <a:off x="1070754" y="1163177"/>
          <a:ext cx="5173237" cy="92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14" tIns="98114" rIns="98114" bIns="9811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Maximum depth: 5</a:t>
          </a:r>
        </a:p>
      </dsp:txBody>
      <dsp:txXfrm>
        <a:off x="1070754" y="1163177"/>
        <a:ext cx="5173237" cy="927060"/>
      </dsp:txXfrm>
    </dsp:sp>
    <dsp:sp modelId="{82B36250-FAAF-4100-8061-3BD166F5E8E1}">
      <dsp:nvSpPr>
        <dsp:cNvPr id="0" name=""/>
        <dsp:cNvSpPr/>
      </dsp:nvSpPr>
      <dsp:spPr>
        <a:xfrm>
          <a:off x="0" y="2322002"/>
          <a:ext cx="6243991" cy="927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7E74C-DE72-4230-BD45-6ADD1F880E3E}">
      <dsp:nvSpPr>
        <dsp:cNvPr id="0" name=""/>
        <dsp:cNvSpPr/>
      </dsp:nvSpPr>
      <dsp:spPr>
        <a:xfrm>
          <a:off x="280435" y="2530590"/>
          <a:ext cx="509883" cy="5098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272E9-BDF7-489D-AF9F-856DD932AD5D}">
      <dsp:nvSpPr>
        <dsp:cNvPr id="0" name=""/>
        <dsp:cNvSpPr/>
      </dsp:nvSpPr>
      <dsp:spPr>
        <a:xfrm>
          <a:off x="1070754" y="2322002"/>
          <a:ext cx="5173237" cy="92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14" tIns="98114" rIns="98114" bIns="9811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 state: 42</a:t>
          </a:r>
        </a:p>
      </dsp:txBody>
      <dsp:txXfrm>
        <a:off x="1070754" y="2322002"/>
        <a:ext cx="5173237" cy="927060"/>
      </dsp:txXfrm>
    </dsp:sp>
    <dsp:sp modelId="{BE39F1D0-264E-44CA-A6AD-82FA8A54A55C}">
      <dsp:nvSpPr>
        <dsp:cNvPr id="0" name=""/>
        <dsp:cNvSpPr/>
      </dsp:nvSpPr>
      <dsp:spPr>
        <a:xfrm>
          <a:off x="0" y="3480827"/>
          <a:ext cx="6243991" cy="927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A501F-CCDB-498D-BD57-AF0E48FF27BA}">
      <dsp:nvSpPr>
        <dsp:cNvPr id="0" name=""/>
        <dsp:cNvSpPr/>
      </dsp:nvSpPr>
      <dsp:spPr>
        <a:xfrm>
          <a:off x="280435" y="3689416"/>
          <a:ext cx="509883" cy="5098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FD3E8-2303-49D7-BB6A-27190F575615}">
      <dsp:nvSpPr>
        <dsp:cNvPr id="0" name=""/>
        <dsp:cNvSpPr/>
      </dsp:nvSpPr>
      <dsp:spPr>
        <a:xfrm>
          <a:off x="1070754" y="3480827"/>
          <a:ext cx="5173237" cy="92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14" tIns="98114" rIns="98114" bIns="9811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Final test accuracy: 72.78%</a:t>
          </a:r>
        </a:p>
      </dsp:txBody>
      <dsp:txXfrm>
        <a:off x="1070754" y="3480827"/>
        <a:ext cx="5173237" cy="927060"/>
      </dsp:txXfrm>
    </dsp:sp>
    <dsp:sp modelId="{3BB46BD8-7FA4-41FD-9929-AB4CB2F1A4EE}">
      <dsp:nvSpPr>
        <dsp:cNvPr id="0" name=""/>
        <dsp:cNvSpPr/>
      </dsp:nvSpPr>
      <dsp:spPr>
        <a:xfrm>
          <a:off x="0" y="4639652"/>
          <a:ext cx="6243991" cy="9270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D0EF6-7C22-4B87-B574-42C91EA406F8}">
      <dsp:nvSpPr>
        <dsp:cNvPr id="0" name=""/>
        <dsp:cNvSpPr/>
      </dsp:nvSpPr>
      <dsp:spPr>
        <a:xfrm>
          <a:off x="280435" y="4848241"/>
          <a:ext cx="509883" cy="5098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00988-51DD-482E-8F9D-036EA190FC9D}">
      <dsp:nvSpPr>
        <dsp:cNvPr id="0" name=""/>
        <dsp:cNvSpPr/>
      </dsp:nvSpPr>
      <dsp:spPr>
        <a:xfrm>
          <a:off x="1070754" y="4639652"/>
          <a:ext cx="5173237" cy="92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14" tIns="98114" rIns="98114" bIns="9811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Saved model: Output/final_decision_tree_model.pkl</a:t>
          </a:r>
        </a:p>
      </dsp:txBody>
      <dsp:txXfrm>
        <a:off x="1070754" y="4639652"/>
        <a:ext cx="5173237" cy="9270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B2B9A-E7E5-40D4-9F27-8747CC91BCDC}">
      <dsp:nvSpPr>
        <dsp:cNvPr id="0" name=""/>
        <dsp:cNvSpPr/>
      </dsp:nvSpPr>
      <dsp:spPr>
        <a:xfrm>
          <a:off x="0" y="0"/>
          <a:ext cx="8097012" cy="872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complete machine-learning pipeline was successfully completed.</a:t>
          </a:r>
        </a:p>
      </dsp:txBody>
      <dsp:txXfrm>
        <a:off x="25550" y="25550"/>
        <a:ext cx="7053627" cy="821237"/>
      </dsp:txXfrm>
    </dsp:sp>
    <dsp:sp modelId="{F4A4EB82-89A3-4949-BCD3-8D1B435CE337}">
      <dsp:nvSpPr>
        <dsp:cNvPr id="0" name=""/>
        <dsp:cNvSpPr/>
      </dsp:nvSpPr>
      <dsp:spPr>
        <a:xfrm>
          <a:off x="604647" y="993495"/>
          <a:ext cx="8097012" cy="872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Decision Tree with max_depth = 5 gave the highest observed accuracy: 72.78%.</a:t>
          </a:r>
        </a:p>
      </dsp:txBody>
      <dsp:txXfrm>
        <a:off x="630197" y="1019045"/>
        <a:ext cx="6874245" cy="821237"/>
      </dsp:txXfrm>
    </dsp:sp>
    <dsp:sp modelId="{53B4311F-FCD7-4118-A41C-DFFAF52F4A56}">
      <dsp:nvSpPr>
        <dsp:cNvPr id="0" name=""/>
        <dsp:cNvSpPr/>
      </dsp:nvSpPr>
      <dsp:spPr>
        <a:xfrm>
          <a:off x="1209293" y="1986991"/>
          <a:ext cx="8097012" cy="872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final model and confusion-matrix image were saved in the Output folder.</a:t>
          </a:r>
        </a:p>
      </dsp:txBody>
      <dsp:txXfrm>
        <a:off x="1234843" y="2012541"/>
        <a:ext cx="6874245" cy="821237"/>
      </dsp:txXfrm>
    </dsp:sp>
    <dsp:sp modelId="{FC82833E-C27A-4CB9-8B14-F51D5B5C41E2}">
      <dsp:nvSpPr>
        <dsp:cNvPr id="0" name=""/>
        <dsp:cNvSpPr/>
      </dsp:nvSpPr>
      <dsp:spPr>
        <a:xfrm>
          <a:off x="1813940" y="2980486"/>
          <a:ext cx="8097012" cy="872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project is suitable for academic demonstration.</a:t>
          </a:r>
        </a:p>
      </dsp:txBody>
      <dsp:txXfrm>
        <a:off x="1839490" y="3006036"/>
        <a:ext cx="6874245" cy="821237"/>
      </dsp:txXfrm>
    </dsp:sp>
    <dsp:sp modelId="{E66E4117-5B11-4DDF-8089-FC4A2808E4F8}">
      <dsp:nvSpPr>
        <dsp:cNvPr id="0" name=""/>
        <dsp:cNvSpPr/>
      </dsp:nvSpPr>
      <dsp:spPr>
        <a:xfrm>
          <a:off x="2418587" y="3973982"/>
          <a:ext cx="8097012" cy="872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It should not be used as a medical diagnosis without independent clinical validation.</a:t>
          </a:r>
        </a:p>
      </dsp:txBody>
      <dsp:txXfrm>
        <a:off x="2444137" y="3999532"/>
        <a:ext cx="6874245" cy="821237"/>
      </dsp:txXfrm>
    </dsp:sp>
    <dsp:sp modelId="{F3E94845-D275-42CE-AD0A-2C8045FD7D72}">
      <dsp:nvSpPr>
        <dsp:cNvPr id="0" name=""/>
        <dsp:cNvSpPr/>
      </dsp:nvSpPr>
      <dsp:spPr>
        <a:xfrm>
          <a:off x="7529992" y="637291"/>
          <a:ext cx="567019" cy="56701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657571" y="637291"/>
        <a:ext cx="311861" cy="426682"/>
      </dsp:txXfrm>
    </dsp:sp>
    <dsp:sp modelId="{6770C047-9096-47BE-89EF-3901C096E3C7}">
      <dsp:nvSpPr>
        <dsp:cNvPr id="0" name=""/>
        <dsp:cNvSpPr/>
      </dsp:nvSpPr>
      <dsp:spPr>
        <a:xfrm>
          <a:off x="8134639" y="1630786"/>
          <a:ext cx="567019" cy="56701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262218" y="1630786"/>
        <a:ext cx="311861" cy="426682"/>
      </dsp:txXfrm>
    </dsp:sp>
    <dsp:sp modelId="{7CF3727C-C35B-4763-B378-64233E009B1D}">
      <dsp:nvSpPr>
        <dsp:cNvPr id="0" name=""/>
        <dsp:cNvSpPr/>
      </dsp:nvSpPr>
      <dsp:spPr>
        <a:xfrm>
          <a:off x="8739286" y="2609743"/>
          <a:ext cx="567019" cy="56701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66865" y="2609743"/>
        <a:ext cx="311861" cy="426682"/>
      </dsp:txXfrm>
    </dsp:sp>
    <dsp:sp modelId="{12D15F12-175D-4377-911D-EB035A957CEB}">
      <dsp:nvSpPr>
        <dsp:cNvPr id="0" name=""/>
        <dsp:cNvSpPr/>
      </dsp:nvSpPr>
      <dsp:spPr>
        <a:xfrm>
          <a:off x="9343933" y="3612931"/>
          <a:ext cx="567019" cy="56701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471512" y="3612931"/>
        <a:ext cx="311861" cy="426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6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9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4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1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9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5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01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4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39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17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49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6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40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413" y="609600"/>
            <a:ext cx="9905998" cy="1468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 kern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Cardiovascular Disease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2945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lang="en-IN" sz="1400"/>
              <a:t>Final Model Evaluation &amp; Results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1C127AF-E19C-A225-A347-7AE2ACF363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67735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9851" y="1430179"/>
            <a:ext cx="3029313" cy="3675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Project 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1315AB2-1A5F-358F-A6E9-CEC5482DD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568473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/>
              <a:t>Dataset &amp; Preprocessing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6FCFA0F5-D45B-89B6-9B1F-9A5D6F5671DB}"/>
              </a:ext>
            </a:extLst>
          </p:cNvPr>
          <p:cNvGraphicFramePr/>
          <p:nvPr/>
        </p:nvGraphicFramePr>
        <p:xfrm>
          <a:off x="822960" y="1325880"/>
          <a:ext cx="1051560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/>
              <a:t>Visualization Findings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20FC12E4-FBAB-6C35-6543-59B881880D20}"/>
              </a:ext>
            </a:extLst>
          </p:cNvPr>
          <p:cNvGraphicFramePr/>
          <p:nvPr/>
        </p:nvGraphicFramePr>
        <p:xfrm>
          <a:off x="822960" y="1234440"/>
          <a:ext cx="1051560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417320"/>
          <a:ext cx="8412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8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72.28%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72.70%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70.64%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2022" y="643467"/>
            <a:ext cx="4340023" cy="5571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Decision Tree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8499" y="643467"/>
            <a:ext cx="4521480" cy="5571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3 → 72.25%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5 → 72.78%  ★ BEST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7 → 72.67%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10 → 72.29%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15 → 70.23%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 Depth 20 → 67.27%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19869" y="643466"/>
            <a:ext cx="3143875" cy="5571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Final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C632A7A-B7C7-B20D-71C7-292C51C6B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912172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Confusion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" y="1508760"/>
          <a:ext cx="79552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Actual /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No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No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Periodic table of elements">
            <a:extLst>
              <a:ext uri="{FF2B5EF4-FFF2-40B4-BE49-F238E27FC236}">
                <a16:creationId xmlns:a16="http://schemas.microsoft.com/office/drawing/2014/main" id="{4F004E93-CABD-1078-0933-D8F8104A21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3453" b="19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Final Classification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413" y="2514601"/>
            <a:ext cx="9905998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No Disease (0): Precision 0.69, Recall 0.83, F1-score 0.75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Disease (1): Precision 0.78, Recall 0.63, F1-score 0.69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metrics are calculated from the final confusion matrix.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100"/>
            </a:pPr>
            <a:r>
              <a:rPr lang="en-US" sz="21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model correctly classified 9,996 of 13,735 test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/>
              <a:t>Conclusion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6430C7F-AAC7-C9A3-71D5-73EDB660C930}"/>
              </a:ext>
            </a:extLst>
          </p:cNvPr>
          <p:cNvGraphicFramePr/>
          <p:nvPr/>
        </p:nvGraphicFramePr>
        <p:xfrm>
          <a:off x="822960" y="1325880"/>
          <a:ext cx="1051560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</TotalTime>
  <Words>390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Catherin Jesintha J</cp:lastModifiedBy>
  <cp:revision>2</cp:revision>
  <dcterms:created xsi:type="dcterms:W3CDTF">2013-01-27T09:14:16Z</dcterms:created>
  <dcterms:modified xsi:type="dcterms:W3CDTF">2026-09-13T14:05:16Z</dcterms:modified>
  <cp:category/>
</cp:coreProperties>
</file>